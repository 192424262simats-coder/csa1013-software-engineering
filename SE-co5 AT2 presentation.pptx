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2"/>
  </p:notesMasterIdLst>
  <p:sldIdLst>
    <p:sldId id="281" r:id="rId2"/>
    <p:sldId id="257" r:id="rId3"/>
    <p:sldId id="259" r:id="rId4"/>
    <p:sldId id="258" r:id="rId5"/>
    <p:sldId id="282" r:id="rId6"/>
    <p:sldId id="261" r:id="rId7"/>
    <p:sldId id="267" r:id="rId8"/>
    <p:sldId id="268" r:id="rId9"/>
    <p:sldId id="270" r:id="rId10"/>
    <p:sldId id="283" r:id="rId11"/>
  </p:sldIdLst>
  <p:sldSz cx="24384000" cy="13716000"/>
  <p:notesSz cx="6858000" cy="9144000"/>
  <p:embeddedFontLst>
    <p:embeddedFont>
      <p:font typeface="Helvetica Neue" panose="020B0604020202020204" charset="0"/>
      <p:regular r:id="rId13"/>
      <p:bold r:id="rId14"/>
      <p:italic r:id="rId15"/>
      <p:boldItalic r:id="rId1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8" roundtripDataSignature="AMtx7mhoJ511EMnYNe7VAzbopb3bC5Tj7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47" autoAdjust="0"/>
    <p:restoredTop sz="94660"/>
  </p:normalViewPr>
  <p:slideViewPr>
    <p:cSldViewPr snapToGrid="0">
      <p:cViewPr varScale="1">
        <p:scale>
          <a:sx n="37" d="100"/>
          <a:sy n="37" d="100"/>
        </p:scale>
        <p:origin x="1037" y="11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33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8" Type="http://customschemas.google.com/relationships/presentationmetadata" Target="metadata"/><Relationship Id="rId10" Type="http://schemas.openxmlformats.org/officeDocument/2006/relationships/slide" Target="slides/slide9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30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uvikumars040107@gmail.com" userId="2e8d844534753d6b" providerId="LiveId" clId="{AE9F0728-5CEF-456E-894E-F31DA9C571E5}"/>
    <pc:docChg chg="undo custSel addSld delSld modSld sldOrd">
      <pc:chgData name="suvikumars040107@gmail.com" userId="2e8d844534753d6b" providerId="LiveId" clId="{AE9F0728-5CEF-456E-894E-F31DA9C571E5}" dt="2026-09-02T07:52:14.323" v="950" actId="14100"/>
      <pc:docMkLst>
        <pc:docMk/>
      </pc:docMkLst>
      <pc:sldChg chg="addSp delSp modSp mod">
        <pc:chgData name="suvikumars040107@gmail.com" userId="2e8d844534753d6b" providerId="LiveId" clId="{AE9F0728-5CEF-456E-894E-F31DA9C571E5}" dt="2026-08-26T08:37:18.966" v="343" actId="20577"/>
        <pc:sldMkLst>
          <pc:docMk/>
          <pc:sldMk cId="0" sldId="257"/>
        </pc:sldMkLst>
        <pc:spChg chg="add mod">
          <ac:chgData name="suvikumars040107@gmail.com" userId="2e8d844534753d6b" providerId="LiveId" clId="{AE9F0728-5CEF-456E-894E-F31DA9C571E5}" dt="2026-08-26T08:37:18.966" v="343" actId="20577"/>
          <ac:spMkLst>
            <pc:docMk/>
            <pc:sldMk cId="0" sldId="257"/>
            <ac:spMk id="2" creationId="{7CA1043A-25FE-1A7B-67B2-EF3CEE00D198}"/>
          </ac:spMkLst>
        </pc:spChg>
        <pc:spChg chg="mod">
          <ac:chgData name="suvikumars040107@gmail.com" userId="2e8d844534753d6b" providerId="LiveId" clId="{AE9F0728-5CEF-456E-894E-F31DA9C571E5}" dt="2026-08-26T08:20:28.319" v="198" actId="1076"/>
          <ac:spMkLst>
            <pc:docMk/>
            <pc:sldMk cId="0" sldId="257"/>
            <ac:spMk id="100" creationId="{00000000-0000-0000-0000-000000000000}"/>
          </ac:spMkLst>
        </pc:spChg>
      </pc:sldChg>
      <pc:sldChg chg="modSp mod ord">
        <pc:chgData name="suvikumars040107@gmail.com" userId="2e8d844534753d6b" providerId="LiveId" clId="{AE9F0728-5CEF-456E-894E-F31DA9C571E5}" dt="2026-08-26T08:40:25.341" v="520"/>
        <pc:sldMkLst>
          <pc:docMk/>
          <pc:sldMk cId="0" sldId="258"/>
        </pc:sldMkLst>
        <pc:spChg chg="mod">
          <ac:chgData name="suvikumars040107@gmail.com" userId="2e8d844534753d6b" providerId="LiveId" clId="{AE9F0728-5CEF-456E-894E-F31DA9C571E5}" dt="2026-08-26T08:39:46.535" v="518" actId="5793"/>
          <ac:spMkLst>
            <pc:docMk/>
            <pc:sldMk cId="0" sldId="258"/>
            <ac:spMk id="108" creationId="{00000000-0000-0000-0000-000000000000}"/>
          </ac:spMkLst>
        </pc:spChg>
      </pc:sldChg>
      <pc:sldChg chg="addSp delSp modSp mod ord">
        <pc:chgData name="suvikumars040107@gmail.com" userId="2e8d844534753d6b" providerId="LiveId" clId="{AE9F0728-5CEF-456E-894E-F31DA9C571E5}" dt="2026-08-26T08:46:17.478" v="523" actId="20578"/>
        <pc:sldMkLst>
          <pc:docMk/>
          <pc:sldMk cId="0" sldId="259"/>
        </pc:sldMkLst>
        <pc:spChg chg="add mod">
          <ac:chgData name="suvikumars040107@gmail.com" userId="2e8d844534753d6b" providerId="LiveId" clId="{AE9F0728-5CEF-456E-894E-F31DA9C571E5}" dt="2026-08-26T08:34:53.844" v="316" actId="1076"/>
          <ac:spMkLst>
            <pc:docMk/>
            <pc:sldMk cId="0" sldId="259"/>
            <ac:spMk id="2" creationId="{323A042A-A5F0-FC50-8D24-E728613D78E7}"/>
          </ac:spMkLst>
        </pc:spChg>
        <pc:spChg chg="mod">
          <ac:chgData name="suvikumars040107@gmail.com" userId="2e8d844534753d6b" providerId="LiveId" clId="{AE9F0728-5CEF-456E-894E-F31DA9C571E5}" dt="2026-08-26T08:26:03.158" v="243" actId="1076"/>
          <ac:spMkLst>
            <pc:docMk/>
            <pc:sldMk cId="0" sldId="259"/>
            <ac:spMk id="114" creationId="{00000000-0000-0000-0000-000000000000}"/>
          </ac:spMkLst>
        </pc:spChg>
      </pc:sldChg>
      <pc:sldChg chg="modSp add del mod">
        <pc:chgData name="suvikumars040107@gmail.com" userId="2e8d844534753d6b" providerId="LiveId" clId="{AE9F0728-5CEF-456E-894E-F31DA9C571E5}" dt="2026-08-26T08:55:43.939" v="686" actId="20577"/>
        <pc:sldMkLst>
          <pc:docMk/>
          <pc:sldMk cId="0" sldId="261"/>
        </pc:sldMkLst>
        <pc:spChg chg="mod">
          <ac:chgData name="suvikumars040107@gmail.com" userId="2e8d844534753d6b" providerId="LiveId" clId="{AE9F0728-5CEF-456E-894E-F31DA9C571E5}" dt="2026-08-26T08:52:10.679" v="579" actId="1076"/>
          <ac:spMkLst>
            <pc:docMk/>
            <pc:sldMk cId="0" sldId="261"/>
            <ac:spMk id="128" creationId="{00000000-0000-0000-0000-000000000000}"/>
          </ac:spMkLst>
        </pc:spChg>
        <pc:spChg chg="mod">
          <ac:chgData name="suvikumars040107@gmail.com" userId="2e8d844534753d6b" providerId="LiveId" clId="{AE9F0728-5CEF-456E-894E-F31DA9C571E5}" dt="2026-08-26T08:55:43.939" v="686" actId="20577"/>
          <ac:spMkLst>
            <pc:docMk/>
            <pc:sldMk cId="0" sldId="261"/>
            <ac:spMk id="129" creationId="{00000000-0000-0000-0000-000000000000}"/>
          </ac:spMkLst>
        </pc:spChg>
      </pc:sldChg>
      <pc:sldChg chg="addSp delSp modSp mod">
        <pc:chgData name="suvikumars040107@gmail.com" userId="2e8d844534753d6b" providerId="LiveId" clId="{AE9F0728-5CEF-456E-894E-F31DA9C571E5}" dt="2026-08-26T09:00:24.023" v="773" actId="12"/>
        <pc:sldMkLst>
          <pc:docMk/>
          <pc:sldMk cId="0" sldId="267"/>
        </pc:sldMkLst>
        <pc:spChg chg="add mod">
          <ac:chgData name="suvikumars040107@gmail.com" userId="2e8d844534753d6b" providerId="LiveId" clId="{AE9F0728-5CEF-456E-894E-F31DA9C571E5}" dt="2026-08-26T09:00:24.023" v="773" actId="12"/>
          <ac:spMkLst>
            <pc:docMk/>
            <pc:sldMk cId="0" sldId="267"/>
            <ac:spMk id="4" creationId="{EB5098D6-A8E6-7B3C-F528-534D23F39744}"/>
          </ac:spMkLst>
        </pc:spChg>
        <pc:spChg chg="mod">
          <ac:chgData name="suvikumars040107@gmail.com" userId="2e8d844534753d6b" providerId="LiveId" clId="{AE9F0728-5CEF-456E-894E-F31DA9C571E5}" dt="2026-08-26T08:56:55.468" v="731" actId="20577"/>
          <ac:spMkLst>
            <pc:docMk/>
            <pc:sldMk cId="0" sldId="267"/>
            <ac:spMk id="170" creationId="{00000000-0000-0000-0000-000000000000}"/>
          </ac:spMkLst>
        </pc:spChg>
      </pc:sldChg>
      <pc:sldChg chg="modSp mod">
        <pc:chgData name="suvikumars040107@gmail.com" userId="2e8d844534753d6b" providerId="LiveId" clId="{AE9F0728-5CEF-456E-894E-F31DA9C571E5}" dt="2026-08-26T09:02:59.259" v="943" actId="5793"/>
        <pc:sldMkLst>
          <pc:docMk/>
          <pc:sldMk cId="0" sldId="268"/>
        </pc:sldMkLst>
        <pc:spChg chg="mod">
          <ac:chgData name="suvikumars040107@gmail.com" userId="2e8d844534753d6b" providerId="LiveId" clId="{AE9F0728-5CEF-456E-894E-F31DA9C571E5}" dt="2026-08-26T09:01:49.177" v="790" actId="20577"/>
          <ac:spMkLst>
            <pc:docMk/>
            <pc:sldMk cId="0" sldId="268"/>
            <ac:spMk id="177" creationId="{00000000-0000-0000-0000-000000000000}"/>
          </ac:spMkLst>
        </pc:spChg>
        <pc:spChg chg="mod">
          <ac:chgData name="suvikumars040107@gmail.com" userId="2e8d844534753d6b" providerId="LiveId" clId="{AE9F0728-5CEF-456E-894E-F31DA9C571E5}" dt="2026-08-26T09:02:59.259" v="943" actId="5793"/>
          <ac:spMkLst>
            <pc:docMk/>
            <pc:sldMk cId="0" sldId="268"/>
            <ac:spMk id="178" creationId="{00000000-0000-0000-0000-000000000000}"/>
          </ac:spMkLst>
        </pc:spChg>
      </pc:sldChg>
      <pc:sldChg chg="delSp modSp mod">
        <pc:chgData name="suvikumars040107@gmail.com" userId="2e8d844534753d6b" providerId="LiveId" clId="{AE9F0728-5CEF-456E-894E-F31DA9C571E5}" dt="2026-08-26T08:12:24.326" v="146" actId="255"/>
        <pc:sldMkLst>
          <pc:docMk/>
          <pc:sldMk cId="0" sldId="281"/>
        </pc:sldMkLst>
        <pc:spChg chg="mod">
          <ac:chgData name="suvikumars040107@gmail.com" userId="2e8d844534753d6b" providerId="LiveId" clId="{AE9F0728-5CEF-456E-894E-F31DA9C571E5}" dt="2026-08-26T08:10:00.367" v="96" actId="1076"/>
          <ac:spMkLst>
            <pc:docMk/>
            <pc:sldMk cId="0" sldId="281"/>
            <ac:spMk id="4" creationId="{0D4C81D5-3C2A-4B98-A2A3-A67B16F08F5B}"/>
          </ac:spMkLst>
        </pc:spChg>
        <pc:spChg chg="mod">
          <ac:chgData name="suvikumars040107@gmail.com" userId="2e8d844534753d6b" providerId="LiveId" clId="{AE9F0728-5CEF-456E-894E-F31DA9C571E5}" dt="2026-08-26T08:08:05.165" v="8"/>
          <ac:spMkLst>
            <pc:docMk/>
            <pc:sldMk cId="0" sldId="281"/>
            <ac:spMk id="91" creationId="{00000000-0000-0000-0000-000000000000}"/>
          </ac:spMkLst>
        </pc:spChg>
        <pc:spChg chg="mod">
          <ac:chgData name="suvikumars040107@gmail.com" userId="2e8d844534753d6b" providerId="LiveId" clId="{AE9F0728-5CEF-456E-894E-F31DA9C571E5}" dt="2026-08-26T08:12:24.326" v="146" actId="255"/>
          <ac:spMkLst>
            <pc:docMk/>
            <pc:sldMk cId="0" sldId="281"/>
            <ac:spMk id="92" creationId="{00000000-0000-0000-0000-000000000000}"/>
          </ac:spMkLst>
        </pc:spChg>
      </pc:sldChg>
      <pc:sldChg chg="addSp delSp modSp mod">
        <pc:chgData name="suvikumars040107@gmail.com" userId="2e8d844534753d6b" providerId="LiveId" clId="{AE9F0728-5CEF-456E-894E-F31DA9C571E5}" dt="2026-08-26T08:46:35.313" v="527" actId="14100"/>
        <pc:sldMkLst>
          <pc:docMk/>
          <pc:sldMk cId="812569190" sldId="282"/>
        </pc:sldMkLst>
        <pc:picChg chg="add mod">
          <ac:chgData name="suvikumars040107@gmail.com" userId="2e8d844534753d6b" providerId="LiveId" clId="{AE9F0728-5CEF-456E-894E-F31DA9C571E5}" dt="2026-08-26T08:46:35.313" v="527" actId="14100"/>
          <ac:picMkLst>
            <pc:docMk/>
            <pc:sldMk cId="812569190" sldId="282"/>
            <ac:picMk id="4" creationId="{73B2F307-0AEC-9029-7328-7C74EA91AA86}"/>
          </ac:picMkLst>
        </pc:picChg>
      </pc:sldChg>
      <pc:sldChg chg="addSp modSp new mod">
        <pc:chgData name="suvikumars040107@gmail.com" userId="2e8d844534753d6b" providerId="LiveId" clId="{AE9F0728-5CEF-456E-894E-F31DA9C571E5}" dt="2026-09-02T07:52:14.323" v="950" actId="14100"/>
        <pc:sldMkLst>
          <pc:docMk/>
          <pc:sldMk cId="553575270" sldId="283"/>
        </pc:sldMkLst>
        <pc:picChg chg="add mod">
          <ac:chgData name="suvikumars040107@gmail.com" userId="2e8d844534753d6b" providerId="LiveId" clId="{AE9F0728-5CEF-456E-894E-F31DA9C571E5}" dt="2026-09-02T07:52:14.323" v="950" actId="14100"/>
          <ac:picMkLst>
            <pc:docMk/>
            <pc:sldMk cId="553575270" sldId="283"/>
            <ac:picMk id="3" creationId="{D53685B6-909D-7013-7847-3130E89DDB35}"/>
          </ac:picMkLst>
        </pc:picChg>
      </pc:sldChg>
      <pc:sldMasterChg chg="delSldLayout">
        <pc:chgData name="suvikumars040107@gmail.com" userId="2e8d844534753d6b" providerId="LiveId" clId="{AE9F0728-5CEF-456E-894E-F31DA9C571E5}" dt="2026-08-26T08:49:20.060" v="531" actId="47"/>
        <pc:sldMasterMkLst>
          <pc:docMk/>
          <pc:sldMasterMk cId="0" sldId="2147483648"/>
        </pc:sldMasterMkLst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22860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22860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22860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22860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22860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22860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22860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22860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160905407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6bc379c7b1_0_551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36bc379c7b1_0_5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1924347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6bc379c7b1_0_560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g36bc379c7b1_0_5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9033752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6bc379c7b1_0_572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g36bc379c7b1_0_5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3866594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6bc379c7b1_0_566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g36bc379c7b1_0_5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909041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6bc379c7b1_0_584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" name="Google Shape;126;g36bc379c7b1_0_5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8809150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6bc379c7b1_0_620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8" name="Google Shape;168;g36bc379c7b1_0_6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8425974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6bc379c7b1_0_626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5" name="Google Shape;175;g36bc379c7b1_0_6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626696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g36bc379c7b1_10_63"/>
          <p:cNvSpPr txBox="1">
            <a:spLocks noGrp="1"/>
          </p:cNvSpPr>
          <p:nvPr>
            <p:ph type="body" idx="1"/>
          </p:nvPr>
        </p:nvSpPr>
        <p:spPr>
          <a:xfrm>
            <a:off x="1201340" y="11859862"/>
            <a:ext cx="21971100" cy="63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"/>
              <a:buNone/>
              <a:defRPr sz="3600" b="1"/>
            </a:lvl1pPr>
            <a:lvl2pPr marL="914400" lvl="1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2pPr>
            <a:lvl3pPr marL="1371600" lvl="2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3pPr>
            <a:lvl4pPr marL="1828800" lvl="3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4pPr>
            <a:lvl5pPr marL="2286000" lvl="4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5pPr>
            <a:lvl6pPr marL="2743200" lvl="5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6pPr>
            <a:lvl7pPr marL="3200400" lvl="6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7pPr>
            <a:lvl8pPr marL="3657600" lvl="7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8pPr>
            <a:lvl9pPr marL="4114800" lvl="8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9pPr>
          </a:lstStyle>
          <a:p>
            <a:endParaRPr/>
          </a:p>
        </p:txBody>
      </p:sp>
      <p:sp>
        <p:nvSpPr>
          <p:cNvPr id="13" name="Google Shape;13;g36bc379c7b1_10_63"/>
          <p:cNvSpPr txBox="1">
            <a:spLocks noGrp="1"/>
          </p:cNvSpPr>
          <p:nvPr>
            <p:ph type="title"/>
          </p:nvPr>
        </p:nvSpPr>
        <p:spPr>
          <a:xfrm>
            <a:off x="1206496" y="2574991"/>
            <a:ext cx="21971100" cy="464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b" anchorCtr="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600"/>
              <a:buFont typeface="Helvetica Neue"/>
              <a:buNone/>
              <a:defRPr sz="11600"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g36bc379c7b1_10_63"/>
          <p:cNvSpPr txBox="1">
            <a:spLocks noGrp="1"/>
          </p:cNvSpPr>
          <p:nvPr>
            <p:ph type="body" idx="2"/>
          </p:nvPr>
        </p:nvSpPr>
        <p:spPr>
          <a:xfrm>
            <a:off x="1201342" y="7223190"/>
            <a:ext cx="21971100" cy="190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  <a:defRPr sz="5500" b="1"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  <a:defRPr sz="5500" b="1"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  <a:defRPr sz="5500" b="1"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  <a:defRPr sz="5500" b="1"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  <a:defRPr sz="5500" b="1"/>
            </a:lvl5pPr>
            <a:lvl6pPr marL="2743200" lvl="5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6pPr>
            <a:lvl7pPr marL="3200400" lvl="6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7pPr>
            <a:lvl8pPr marL="3657600" lvl="7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8pPr>
            <a:lvl9pPr marL="4114800" lvl="8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9pPr>
          </a:lstStyle>
          <a:p>
            <a:endParaRPr/>
          </a:p>
        </p:txBody>
      </p:sp>
      <p:pic>
        <p:nvPicPr>
          <p:cNvPr id="15" name="Google Shape;15;g36bc379c7b1_10_63" descr="pasted-movie.heif"/>
          <p:cNvPicPr preferRelativeResize="0"/>
          <p:nvPr/>
        </p:nvPicPr>
        <p:blipFill rotWithShape="1">
          <a:blip r:embed="rId2">
            <a:alphaModFix/>
          </a:blip>
          <a:srcRect t="388" r="85449" b="9056"/>
          <a:stretch/>
        </p:blipFill>
        <p:spPr>
          <a:xfrm>
            <a:off x="153721" y="-43900"/>
            <a:ext cx="1996582" cy="223622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Google Shape;16;g36bc379c7b1_10_63" descr="pasted-movie.heif"/>
          <p:cNvPicPr preferRelativeResize="0"/>
          <p:nvPr/>
        </p:nvPicPr>
        <p:blipFill rotWithShape="1">
          <a:blip r:embed="rId2">
            <a:alphaModFix/>
          </a:blip>
          <a:srcRect l="50059" r="34355" b="9675"/>
          <a:stretch/>
        </p:blipFill>
        <p:spPr>
          <a:xfrm>
            <a:off x="22190187" y="213870"/>
            <a:ext cx="1649695" cy="1720655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g36bc379c7b1_10_63"/>
          <p:cNvSpPr txBox="1">
            <a:spLocks noGrp="1"/>
          </p:cNvSpPr>
          <p:nvPr>
            <p:ph type="sldNum" idx="12"/>
          </p:nvPr>
        </p:nvSpPr>
        <p:spPr>
          <a:xfrm>
            <a:off x="12001499" y="13080999"/>
            <a:ext cx="368400" cy="37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b" anchorCtr="0">
            <a:spAutoFit/>
          </a:bodyPr>
          <a:lstStyle>
            <a:lvl1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1pPr>
            <a:lvl2pPr marL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2pPr>
            <a:lvl3pPr marL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3pPr>
            <a:lvl4pPr marL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4pPr>
            <a:lvl5pPr marL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5pPr>
            <a:lvl6pPr marL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6pPr>
            <a:lvl7pPr marL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7pPr>
            <a:lvl8pPr marL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8pPr>
            <a:lvl9pPr marL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&amp; Bullets" type="tx">
  <p:cSld name="TITLE_AND_BODY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g36bc379c7b1_10_70"/>
          <p:cNvSpPr txBox="1">
            <a:spLocks noGrp="1"/>
          </p:cNvSpPr>
          <p:nvPr>
            <p:ph type="title"/>
          </p:nvPr>
        </p:nvSpPr>
        <p:spPr>
          <a:xfrm>
            <a:off x="1206500" y="1079500"/>
            <a:ext cx="21971100" cy="143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g36bc379c7b1_10_70"/>
          <p:cNvSpPr txBox="1">
            <a:spLocks noGrp="1"/>
          </p:cNvSpPr>
          <p:nvPr>
            <p:ph type="body" idx="1"/>
          </p:nvPr>
        </p:nvSpPr>
        <p:spPr>
          <a:xfrm>
            <a:off x="1206500" y="2372962"/>
            <a:ext cx="21971100" cy="93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  <a:defRPr sz="5500" b="1"/>
            </a:lvl1pPr>
            <a:lvl2pPr marL="914400" lvl="1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2pPr>
            <a:lvl3pPr marL="1371600" lvl="2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3pPr>
            <a:lvl4pPr marL="1828800" lvl="3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4pPr>
            <a:lvl5pPr marL="2286000" lvl="4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5pPr>
            <a:lvl6pPr marL="2743200" lvl="5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6pPr>
            <a:lvl7pPr marL="3200400" lvl="6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7pPr>
            <a:lvl8pPr marL="3657600" lvl="7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8pPr>
            <a:lvl9pPr marL="4114800" lvl="8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9pPr>
          </a:lstStyle>
          <a:p>
            <a:endParaRPr/>
          </a:p>
        </p:txBody>
      </p:sp>
      <p:sp>
        <p:nvSpPr>
          <p:cNvPr id="21" name="Google Shape;21;g36bc379c7b1_10_70"/>
          <p:cNvSpPr txBox="1">
            <a:spLocks noGrp="1"/>
          </p:cNvSpPr>
          <p:nvPr>
            <p:ph type="body" idx="2"/>
          </p:nvPr>
        </p:nvSpPr>
        <p:spPr>
          <a:xfrm>
            <a:off x="1206500" y="4248504"/>
            <a:ext cx="21971100" cy="825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rmAutofit/>
          </a:bodyPr>
          <a:lstStyle>
            <a:lvl1pPr marL="457200" lvl="0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1pPr>
            <a:lvl2pPr marL="914400" lvl="1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2pPr>
            <a:lvl3pPr marL="1371600" lvl="2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3pPr>
            <a:lvl4pPr marL="1828800" lvl="3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4pPr>
            <a:lvl5pPr marL="2286000" lvl="4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5pPr>
            <a:lvl6pPr marL="2743200" lvl="5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6pPr>
            <a:lvl7pPr marL="3200400" lvl="6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7pPr>
            <a:lvl8pPr marL="3657600" lvl="7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8pPr>
            <a:lvl9pPr marL="4114800" lvl="8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9pPr>
          </a:lstStyle>
          <a:p>
            <a:endParaRPr/>
          </a:p>
        </p:txBody>
      </p:sp>
      <p:sp>
        <p:nvSpPr>
          <p:cNvPr id="22" name="Google Shape;22;g36bc379c7b1_10_70"/>
          <p:cNvSpPr txBox="1">
            <a:spLocks noGrp="1"/>
          </p:cNvSpPr>
          <p:nvPr>
            <p:ph type="sldNum" idx="12"/>
          </p:nvPr>
        </p:nvSpPr>
        <p:spPr>
          <a:xfrm>
            <a:off x="12001499" y="13080999"/>
            <a:ext cx="368400" cy="37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b" anchorCtr="0">
            <a:spAutoFit/>
          </a:bodyPr>
          <a:lstStyle>
            <a:lvl1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1pPr>
            <a:lvl2pPr marL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2pPr>
            <a:lvl3pPr marL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3pPr>
            <a:lvl4pPr marL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4pPr>
            <a:lvl5pPr marL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5pPr>
            <a:lvl6pPr marL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6pPr>
            <a:lvl7pPr marL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7pPr>
            <a:lvl8pPr marL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8pPr>
            <a:lvl9pPr marL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&amp; Photo">
  <p:cSld name="Title &amp; Photo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g36bc379c7b1_10_75"/>
          <p:cNvSpPr>
            <a:spLocks noGrp="1"/>
          </p:cNvSpPr>
          <p:nvPr>
            <p:ph type="pic" idx="2"/>
          </p:nvPr>
        </p:nvSpPr>
        <p:spPr>
          <a:xfrm>
            <a:off x="-1155700" y="-1295400"/>
            <a:ext cx="26746200" cy="16018800"/>
          </a:xfrm>
          <a:prstGeom prst="rect">
            <a:avLst/>
          </a:prstGeom>
          <a:noFill/>
          <a:ln>
            <a:noFill/>
          </a:ln>
        </p:spPr>
      </p:sp>
      <p:sp>
        <p:nvSpPr>
          <p:cNvPr id="25" name="Google Shape;25;g36bc379c7b1_10_75"/>
          <p:cNvSpPr txBox="1">
            <a:spLocks noGrp="1"/>
          </p:cNvSpPr>
          <p:nvPr>
            <p:ph type="title"/>
          </p:nvPr>
        </p:nvSpPr>
        <p:spPr>
          <a:xfrm>
            <a:off x="1206500" y="7124700"/>
            <a:ext cx="21971100" cy="464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b" anchorCtr="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600"/>
              <a:buFont typeface="Helvetica Neue"/>
              <a:buNone/>
              <a:defRPr sz="11600"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g36bc379c7b1_10_75"/>
          <p:cNvSpPr txBox="1">
            <a:spLocks noGrp="1"/>
          </p:cNvSpPr>
          <p:nvPr>
            <p:ph type="body" idx="1"/>
          </p:nvPr>
        </p:nvSpPr>
        <p:spPr>
          <a:xfrm>
            <a:off x="1207690" y="1106137"/>
            <a:ext cx="21968700" cy="63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"/>
              <a:buNone/>
              <a:defRPr sz="3600" b="1"/>
            </a:lvl1pPr>
            <a:lvl2pPr marL="914400" lvl="1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2pPr>
            <a:lvl3pPr marL="1371600" lvl="2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3pPr>
            <a:lvl4pPr marL="1828800" lvl="3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4pPr>
            <a:lvl5pPr marL="2286000" lvl="4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5pPr>
            <a:lvl6pPr marL="2743200" lvl="5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6pPr>
            <a:lvl7pPr marL="3200400" lvl="6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7pPr>
            <a:lvl8pPr marL="3657600" lvl="7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8pPr>
            <a:lvl9pPr marL="4114800" lvl="8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9pPr>
          </a:lstStyle>
          <a:p>
            <a:endParaRPr/>
          </a:p>
        </p:txBody>
      </p:sp>
      <p:sp>
        <p:nvSpPr>
          <p:cNvPr id="27" name="Google Shape;27;g36bc379c7b1_10_75"/>
          <p:cNvSpPr txBox="1">
            <a:spLocks noGrp="1"/>
          </p:cNvSpPr>
          <p:nvPr>
            <p:ph type="body" idx="3"/>
          </p:nvPr>
        </p:nvSpPr>
        <p:spPr>
          <a:xfrm>
            <a:off x="1206500" y="11609910"/>
            <a:ext cx="21971100" cy="111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  <a:defRPr sz="5500" b="1"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  <a:defRPr sz="5500" b="1"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  <a:defRPr sz="5500" b="1"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  <a:defRPr sz="5500" b="1"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  <a:defRPr sz="5500" b="1"/>
            </a:lvl5pPr>
            <a:lvl6pPr marL="2743200" lvl="5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6pPr>
            <a:lvl7pPr marL="3200400" lvl="6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7pPr>
            <a:lvl8pPr marL="3657600" lvl="7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8pPr>
            <a:lvl9pPr marL="4114800" lvl="8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9pPr>
          </a:lstStyle>
          <a:p>
            <a:endParaRPr/>
          </a:p>
        </p:txBody>
      </p:sp>
      <p:sp>
        <p:nvSpPr>
          <p:cNvPr id="28" name="Google Shape;28;g36bc379c7b1_10_75"/>
          <p:cNvSpPr txBox="1">
            <a:spLocks noGrp="1"/>
          </p:cNvSpPr>
          <p:nvPr>
            <p:ph type="sldNum" idx="12"/>
          </p:nvPr>
        </p:nvSpPr>
        <p:spPr>
          <a:xfrm>
            <a:off x="12001499" y="13080999"/>
            <a:ext cx="368400" cy="37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b" anchorCtr="0">
            <a:spAutoFit/>
          </a:bodyPr>
          <a:lstStyle>
            <a:lvl1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1pPr>
            <a:lvl2pPr marL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2pPr>
            <a:lvl3pPr marL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3pPr>
            <a:lvl4pPr marL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4pPr>
            <a:lvl5pPr marL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5pPr>
            <a:lvl6pPr marL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6pPr>
            <a:lvl7pPr marL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7pPr>
            <a:lvl8pPr marL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8pPr>
            <a:lvl9pPr marL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&amp; Photo Alt">
  <p:cSld name="Title &amp; Photo Alt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g36bc379c7b1_10_81"/>
          <p:cNvSpPr>
            <a:spLocks noGrp="1"/>
          </p:cNvSpPr>
          <p:nvPr>
            <p:ph type="pic" idx="2"/>
          </p:nvPr>
        </p:nvSpPr>
        <p:spPr>
          <a:xfrm>
            <a:off x="10972800" y="-203200"/>
            <a:ext cx="12144900" cy="141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1" name="Google Shape;31;g36bc379c7b1_10_81"/>
          <p:cNvSpPr txBox="1">
            <a:spLocks noGrp="1"/>
          </p:cNvSpPr>
          <p:nvPr>
            <p:ph type="title"/>
          </p:nvPr>
        </p:nvSpPr>
        <p:spPr>
          <a:xfrm>
            <a:off x="1206500" y="1270000"/>
            <a:ext cx="9779100" cy="588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b" anchorCtr="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g36bc379c7b1_10_81"/>
          <p:cNvSpPr txBox="1">
            <a:spLocks noGrp="1"/>
          </p:cNvSpPr>
          <p:nvPr>
            <p:ph type="body" idx="1"/>
          </p:nvPr>
        </p:nvSpPr>
        <p:spPr>
          <a:xfrm>
            <a:off x="1206500" y="7060576"/>
            <a:ext cx="9779100" cy="538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  <a:defRPr sz="5500" b="1"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  <a:defRPr sz="5500" b="1"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  <a:defRPr sz="5500" b="1"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  <a:defRPr sz="5500" b="1"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  <a:defRPr sz="5500" b="1"/>
            </a:lvl5pPr>
            <a:lvl6pPr marL="2743200" lvl="5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6pPr>
            <a:lvl7pPr marL="3200400" lvl="6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7pPr>
            <a:lvl8pPr marL="3657600" lvl="7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8pPr>
            <a:lvl9pPr marL="4114800" lvl="8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g36bc379c7b1_10_81"/>
          <p:cNvSpPr txBox="1">
            <a:spLocks noGrp="1"/>
          </p:cNvSpPr>
          <p:nvPr>
            <p:ph type="sldNum" idx="12"/>
          </p:nvPr>
        </p:nvSpPr>
        <p:spPr>
          <a:xfrm>
            <a:off x="12001499" y="13085233"/>
            <a:ext cx="368400" cy="37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b" anchorCtr="0">
            <a:spAutoFit/>
          </a:bodyPr>
          <a:lstStyle>
            <a:lvl1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1pPr>
            <a:lvl2pPr marL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2pPr>
            <a:lvl3pPr marL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3pPr>
            <a:lvl4pPr marL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4pPr>
            <a:lvl5pPr marL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5pPr>
            <a:lvl6pPr marL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6pPr>
            <a:lvl7pPr marL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7pPr>
            <a:lvl8pPr marL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8pPr>
            <a:lvl9pPr marL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Bullets">
  <p:cSld name="Bullets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g36bc379c7b1_10_86"/>
          <p:cNvSpPr txBox="1">
            <a:spLocks noGrp="1"/>
          </p:cNvSpPr>
          <p:nvPr>
            <p:ph type="body" idx="1"/>
          </p:nvPr>
        </p:nvSpPr>
        <p:spPr>
          <a:xfrm>
            <a:off x="1206500" y="4248504"/>
            <a:ext cx="21971100" cy="825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rmAutofit/>
          </a:bodyPr>
          <a:lstStyle>
            <a:lvl1pPr marL="457200" lvl="0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1pPr>
            <a:lvl2pPr marL="914400" lvl="1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2pPr>
            <a:lvl3pPr marL="1371600" lvl="2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3pPr>
            <a:lvl4pPr marL="1828800" lvl="3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4pPr>
            <a:lvl5pPr marL="2286000" lvl="4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5pPr>
            <a:lvl6pPr marL="2743200" lvl="5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6pPr>
            <a:lvl7pPr marL="3200400" lvl="6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7pPr>
            <a:lvl8pPr marL="3657600" lvl="7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8pPr>
            <a:lvl9pPr marL="4114800" lvl="8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g36bc379c7b1_10_86"/>
          <p:cNvSpPr txBox="1">
            <a:spLocks noGrp="1"/>
          </p:cNvSpPr>
          <p:nvPr>
            <p:ph type="sldNum" idx="12"/>
          </p:nvPr>
        </p:nvSpPr>
        <p:spPr>
          <a:xfrm>
            <a:off x="12001499" y="13080999"/>
            <a:ext cx="368400" cy="37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b" anchorCtr="0">
            <a:spAutoFit/>
          </a:bodyPr>
          <a:lstStyle>
            <a:lvl1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1pPr>
            <a:lvl2pPr marL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2pPr>
            <a:lvl3pPr marL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3pPr>
            <a:lvl4pPr marL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4pPr>
            <a:lvl5pPr marL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5pPr>
            <a:lvl6pPr marL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6pPr>
            <a:lvl7pPr marL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7pPr>
            <a:lvl8pPr marL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8pPr>
            <a:lvl9pPr marL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, Bullets &amp; Photo">
  <p:cSld name="Title, Bullets &amp; Photo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g36bc379c7b1_10_89"/>
          <p:cNvSpPr txBox="1">
            <a:spLocks noGrp="1"/>
          </p:cNvSpPr>
          <p:nvPr>
            <p:ph type="body" idx="1"/>
          </p:nvPr>
        </p:nvSpPr>
        <p:spPr>
          <a:xfrm>
            <a:off x="1206500" y="2372962"/>
            <a:ext cx="9779100" cy="93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  <a:defRPr sz="5500" b="1"/>
            </a:lvl1pPr>
            <a:lvl2pPr marL="914400" lvl="1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2pPr>
            <a:lvl3pPr marL="1371600" lvl="2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3pPr>
            <a:lvl4pPr marL="1828800" lvl="3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4pPr>
            <a:lvl5pPr marL="2286000" lvl="4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5pPr>
            <a:lvl6pPr marL="2743200" lvl="5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6pPr>
            <a:lvl7pPr marL="3200400" lvl="6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7pPr>
            <a:lvl8pPr marL="3657600" lvl="7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8pPr>
            <a:lvl9pPr marL="4114800" lvl="8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g36bc379c7b1_10_89"/>
          <p:cNvSpPr txBox="1">
            <a:spLocks noGrp="1"/>
          </p:cNvSpPr>
          <p:nvPr>
            <p:ph type="body" idx="2"/>
          </p:nvPr>
        </p:nvSpPr>
        <p:spPr>
          <a:xfrm>
            <a:off x="1206500" y="4248504"/>
            <a:ext cx="9779100" cy="825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rmAutofit/>
          </a:bodyPr>
          <a:lstStyle>
            <a:lvl1pPr marL="457200" lvl="0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1pPr>
            <a:lvl2pPr marL="914400" lvl="1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2pPr>
            <a:lvl3pPr marL="1371600" lvl="2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3pPr>
            <a:lvl4pPr marL="1828800" lvl="3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4pPr>
            <a:lvl5pPr marL="2286000" lvl="4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5pPr>
            <a:lvl6pPr marL="2743200" lvl="5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6pPr>
            <a:lvl7pPr marL="3200400" lvl="6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7pPr>
            <a:lvl8pPr marL="3657600" lvl="7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8pPr>
            <a:lvl9pPr marL="4114800" lvl="8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g36bc379c7b1_10_89"/>
          <p:cNvSpPr>
            <a:spLocks noGrp="1"/>
          </p:cNvSpPr>
          <p:nvPr>
            <p:ph type="pic" idx="3"/>
          </p:nvPr>
        </p:nvSpPr>
        <p:spPr>
          <a:xfrm>
            <a:off x="12192000" y="-407266"/>
            <a:ext cx="10917000" cy="14555700"/>
          </a:xfrm>
          <a:prstGeom prst="rect">
            <a:avLst/>
          </a:prstGeom>
          <a:noFill/>
          <a:ln>
            <a:noFill/>
          </a:ln>
        </p:spPr>
      </p:sp>
      <p:sp>
        <p:nvSpPr>
          <p:cNvPr id="41" name="Google Shape;41;g36bc379c7b1_10_89"/>
          <p:cNvSpPr txBox="1">
            <a:spLocks noGrp="1"/>
          </p:cNvSpPr>
          <p:nvPr>
            <p:ph type="title"/>
          </p:nvPr>
        </p:nvSpPr>
        <p:spPr>
          <a:xfrm>
            <a:off x="1206500" y="1079500"/>
            <a:ext cx="9779100" cy="143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g36bc379c7b1_10_89"/>
          <p:cNvSpPr txBox="1">
            <a:spLocks noGrp="1"/>
          </p:cNvSpPr>
          <p:nvPr>
            <p:ph type="sldNum" idx="12"/>
          </p:nvPr>
        </p:nvSpPr>
        <p:spPr>
          <a:xfrm>
            <a:off x="12001499" y="13080999"/>
            <a:ext cx="368400" cy="37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b" anchorCtr="0">
            <a:spAutoFit/>
          </a:bodyPr>
          <a:lstStyle>
            <a:lvl1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1pPr>
            <a:lvl2pPr marL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2pPr>
            <a:lvl3pPr marL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3pPr>
            <a:lvl4pPr marL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4pPr>
            <a:lvl5pPr marL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5pPr>
            <a:lvl6pPr marL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6pPr>
            <a:lvl7pPr marL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7pPr>
            <a:lvl8pPr marL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8pPr>
            <a:lvl9pPr marL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, Bullets &amp; Live Video Small">
  <p:cSld name="Title, Bullets &amp; Live Video Small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g36bc379c7b1_10_95"/>
          <p:cNvSpPr txBox="1">
            <a:spLocks noGrp="1"/>
          </p:cNvSpPr>
          <p:nvPr>
            <p:ph type="body" idx="1"/>
          </p:nvPr>
        </p:nvSpPr>
        <p:spPr>
          <a:xfrm>
            <a:off x="1206500" y="2372962"/>
            <a:ext cx="9779100" cy="93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  <a:defRPr sz="5500" b="1"/>
            </a:lvl1pPr>
            <a:lvl2pPr marL="914400" lvl="1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2pPr>
            <a:lvl3pPr marL="1371600" lvl="2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3pPr>
            <a:lvl4pPr marL="1828800" lvl="3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4pPr>
            <a:lvl5pPr marL="2286000" lvl="4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5pPr>
            <a:lvl6pPr marL="2743200" lvl="5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6pPr>
            <a:lvl7pPr marL="3200400" lvl="6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7pPr>
            <a:lvl8pPr marL="3657600" lvl="7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8pPr>
            <a:lvl9pPr marL="4114800" lvl="8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9pPr>
          </a:lstStyle>
          <a:p>
            <a:endParaRPr/>
          </a:p>
        </p:txBody>
      </p:sp>
      <p:sp>
        <p:nvSpPr>
          <p:cNvPr id="45" name="Google Shape;45;g36bc379c7b1_10_95"/>
          <p:cNvSpPr txBox="1">
            <a:spLocks noGrp="1"/>
          </p:cNvSpPr>
          <p:nvPr>
            <p:ph type="body" idx="2"/>
          </p:nvPr>
        </p:nvSpPr>
        <p:spPr>
          <a:xfrm>
            <a:off x="1206500" y="4248504"/>
            <a:ext cx="9779100" cy="825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rmAutofit/>
          </a:bodyPr>
          <a:lstStyle>
            <a:lvl1pPr marL="457200" lvl="0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1pPr>
            <a:lvl2pPr marL="914400" lvl="1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2pPr>
            <a:lvl3pPr marL="1371600" lvl="2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3pPr>
            <a:lvl4pPr marL="1828800" lvl="3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4pPr>
            <a:lvl5pPr marL="2286000" lvl="4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5pPr>
            <a:lvl6pPr marL="2743200" lvl="5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6pPr>
            <a:lvl7pPr marL="3200400" lvl="6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7pPr>
            <a:lvl8pPr marL="3657600" lvl="7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8pPr>
            <a:lvl9pPr marL="4114800" lvl="8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g36bc379c7b1_10_95"/>
          <p:cNvSpPr txBox="1">
            <a:spLocks noGrp="1"/>
          </p:cNvSpPr>
          <p:nvPr>
            <p:ph type="title"/>
          </p:nvPr>
        </p:nvSpPr>
        <p:spPr>
          <a:xfrm>
            <a:off x="1206500" y="1079500"/>
            <a:ext cx="9779100" cy="143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g36bc379c7b1_10_95"/>
          <p:cNvSpPr txBox="1">
            <a:spLocks noGrp="1"/>
          </p:cNvSpPr>
          <p:nvPr>
            <p:ph type="sldNum" idx="12"/>
          </p:nvPr>
        </p:nvSpPr>
        <p:spPr>
          <a:xfrm>
            <a:off x="12001499" y="13080999"/>
            <a:ext cx="368400" cy="37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b" anchorCtr="0">
            <a:spAutoFit/>
          </a:bodyPr>
          <a:lstStyle>
            <a:lvl1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1pPr>
            <a:lvl2pPr marL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2pPr>
            <a:lvl3pPr marL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3pPr>
            <a:lvl4pPr marL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4pPr>
            <a:lvl5pPr marL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5pPr>
            <a:lvl6pPr marL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6pPr>
            <a:lvl7pPr marL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7pPr>
            <a:lvl8pPr marL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8pPr>
            <a:lvl9pPr marL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, Bullets &amp; Live Video Large">
  <p:cSld name="Title, Bullets &amp; Live Video Large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g36bc379c7b1_10_100"/>
          <p:cNvSpPr txBox="1">
            <a:spLocks noGrp="1"/>
          </p:cNvSpPr>
          <p:nvPr>
            <p:ph type="body" idx="1"/>
          </p:nvPr>
        </p:nvSpPr>
        <p:spPr>
          <a:xfrm>
            <a:off x="1206500" y="2372962"/>
            <a:ext cx="9779100" cy="93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  <a:defRPr sz="5500" b="1"/>
            </a:lvl1pPr>
            <a:lvl2pPr marL="914400" lvl="1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2pPr>
            <a:lvl3pPr marL="1371600" lvl="2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3pPr>
            <a:lvl4pPr marL="1828800" lvl="3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4pPr>
            <a:lvl5pPr marL="2286000" lvl="4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5pPr>
            <a:lvl6pPr marL="2743200" lvl="5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6pPr>
            <a:lvl7pPr marL="3200400" lvl="6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7pPr>
            <a:lvl8pPr marL="3657600" lvl="7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8pPr>
            <a:lvl9pPr marL="4114800" lvl="8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g36bc379c7b1_10_100"/>
          <p:cNvSpPr txBox="1">
            <a:spLocks noGrp="1"/>
          </p:cNvSpPr>
          <p:nvPr>
            <p:ph type="body" idx="2"/>
          </p:nvPr>
        </p:nvSpPr>
        <p:spPr>
          <a:xfrm>
            <a:off x="1206500" y="4248504"/>
            <a:ext cx="9779100" cy="825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rmAutofit/>
          </a:bodyPr>
          <a:lstStyle>
            <a:lvl1pPr marL="457200" lvl="0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1pPr>
            <a:lvl2pPr marL="914400" lvl="1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2pPr>
            <a:lvl3pPr marL="1371600" lvl="2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3pPr>
            <a:lvl4pPr marL="1828800" lvl="3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4pPr>
            <a:lvl5pPr marL="2286000" lvl="4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5pPr>
            <a:lvl6pPr marL="2743200" lvl="5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6pPr>
            <a:lvl7pPr marL="3200400" lvl="6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7pPr>
            <a:lvl8pPr marL="3657600" lvl="7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8pPr>
            <a:lvl9pPr marL="4114800" lvl="8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g36bc379c7b1_10_100"/>
          <p:cNvSpPr txBox="1">
            <a:spLocks noGrp="1"/>
          </p:cNvSpPr>
          <p:nvPr>
            <p:ph type="title"/>
          </p:nvPr>
        </p:nvSpPr>
        <p:spPr>
          <a:xfrm>
            <a:off x="1206500" y="1079500"/>
            <a:ext cx="9779100" cy="143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g36bc379c7b1_10_100"/>
          <p:cNvSpPr txBox="1">
            <a:spLocks noGrp="1"/>
          </p:cNvSpPr>
          <p:nvPr>
            <p:ph type="sldNum" idx="12"/>
          </p:nvPr>
        </p:nvSpPr>
        <p:spPr>
          <a:xfrm>
            <a:off x="12001499" y="13080999"/>
            <a:ext cx="368400" cy="37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b" anchorCtr="0">
            <a:spAutoFit/>
          </a:bodyPr>
          <a:lstStyle>
            <a:lvl1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1pPr>
            <a:lvl2pPr marL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2pPr>
            <a:lvl3pPr marL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3pPr>
            <a:lvl4pPr marL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4pPr>
            <a:lvl5pPr marL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5pPr>
            <a:lvl6pPr marL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6pPr>
            <a:lvl7pPr marL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7pPr>
            <a:lvl8pPr marL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8pPr>
            <a:lvl9pPr marL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ection">
  <p:cSld name="Section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g36bc379c7b1_10_105"/>
          <p:cNvSpPr txBox="1">
            <a:spLocks noGrp="1"/>
          </p:cNvSpPr>
          <p:nvPr>
            <p:ph type="title"/>
          </p:nvPr>
        </p:nvSpPr>
        <p:spPr>
          <a:xfrm>
            <a:off x="1206496" y="4533900"/>
            <a:ext cx="21971100" cy="464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600"/>
              <a:buFont typeface="Helvetica Neue"/>
              <a:buNone/>
              <a:defRPr sz="11600" b="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g36bc379c7b1_10_105"/>
          <p:cNvSpPr txBox="1">
            <a:spLocks noGrp="1"/>
          </p:cNvSpPr>
          <p:nvPr>
            <p:ph type="sldNum" idx="12"/>
          </p:nvPr>
        </p:nvSpPr>
        <p:spPr>
          <a:xfrm>
            <a:off x="12001499" y="13085233"/>
            <a:ext cx="368400" cy="37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b" anchorCtr="0">
            <a:spAutoFit/>
          </a:bodyPr>
          <a:lstStyle>
            <a:lvl1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1pPr>
            <a:lvl2pPr marL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2pPr>
            <a:lvl3pPr marL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3pPr>
            <a:lvl4pPr marL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4pPr>
            <a:lvl5pPr marL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5pPr>
            <a:lvl6pPr marL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6pPr>
            <a:lvl7pPr marL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7pPr>
            <a:lvl8pPr marL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8pPr>
            <a:lvl9pPr marL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Only">
  <p:cSld name="Title Only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6bc379c7b1_10_108"/>
          <p:cNvSpPr txBox="1">
            <a:spLocks noGrp="1"/>
          </p:cNvSpPr>
          <p:nvPr>
            <p:ph type="title"/>
          </p:nvPr>
        </p:nvSpPr>
        <p:spPr>
          <a:xfrm>
            <a:off x="1206500" y="1079500"/>
            <a:ext cx="21971100" cy="143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g36bc379c7b1_10_108"/>
          <p:cNvSpPr txBox="1">
            <a:spLocks noGrp="1"/>
          </p:cNvSpPr>
          <p:nvPr>
            <p:ph type="body" idx="1"/>
          </p:nvPr>
        </p:nvSpPr>
        <p:spPr>
          <a:xfrm>
            <a:off x="1206500" y="2372962"/>
            <a:ext cx="21971100" cy="93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  <a:defRPr sz="5500" b="1"/>
            </a:lvl1pPr>
            <a:lvl2pPr marL="914400" lvl="1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2pPr>
            <a:lvl3pPr marL="1371600" lvl="2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3pPr>
            <a:lvl4pPr marL="1828800" lvl="3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4pPr>
            <a:lvl5pPr marL="2286000" lvl="4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5pPr>
            <a:lvl6pPr marL="2743200" lvl="5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6pPr>
            <a:lvl7pPr marL="3200400" lvl="6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7pPr>
            <a:lvl8pPr marL="3657600" lvl="7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8pPr>
            <a:lvl9pPr marL="4114800" lvl="8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9pPr>
          </a:lstStyle>
          <a:p>
            <a:endParaRPr/>
          </a:p>
        </p:txBody>
      </p:sp>
      <p:sp>
        <p:nvSpPr>
          <p:cNvPr id="59" name="Google Shape;59;g36bc379c7b1_10_108"/>
          <p:cNvSpPr txBox="1">
            <a:spLocks noGrp="1"/>
          </p:cNvSpPr>
          <p:nvPr>
            <p:ph type="sldNum" idx="12"/>
          </p:nvPr>
        </p:nvSpPr>
        <p:spPr>
          <a:xfrm>
            <a:off x="12001499" y="13080999"/>
            <a:ext cx="368400" cy="37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b" anchorCtr="0">
            <a:spAutoFit/>
          </a:bodyPr>
          <a:lstStyle>
            <a:lvl1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1pPr>
            <a:lvl2pPr marL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2pPr>
            <a:lvl3pPr marL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3pPr>
            <a:lvl4pPr marL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4pPr>
            <a:lvl5pPr marL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5pPr>
            <a:lvl6pPr marL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6pPr>
            <a:lvl7pPr marL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7pPr>
            <a:lvl8pPr marL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8pPr>
            <a:lvl9pPr marL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Agenda">
  <p:cSld name="Agenda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6bc379c7b1_10_112"/>
          <p:cNvSpPr txBox="1">
            <a:spLocks noGrp="1"/>
          </p:cNvSpPr>
          <p:nvPr>
            <p:ph type="title"/>
          </p:nvPr>
        </p:nvSpPr>
        <p:spPr>
          <a:xfrm>
            <a:off x="1206500" y="1079500"/>
            <a:ext cx="21971100" cy="143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g36bc379c7b1_10_112"/>
          <p:cNvSpPr txBox="1">
            <a:spLocks noGrp="1"/>
          </p:cNvSpPr>
          <p:nvPr>
            <p:ph type="body" idx="1"/>
          </p:nvPr>
        </p:nvSpPr>
        <p:spPr>
          <a:xfrm>
            <a:off x="1206500" y="2372962"/>
            <a:ext cx="21971100" cy="93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  <a:defRPr sz="5500" b="1"/>
            </a:lvl1pPr>
            <a:lvl2pPr marL="914400" lvl="1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2pPr>
            <a:lvl3pPr marL="1371600" lvl="2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3pPr>
            <a:lvl4pPr marL="1828800" lvl="3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4pPr>
            <a:lvl5pPr marL="2286000" lvl="4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5pPr>
            <a:lvl6pPr marL="2743200" lvl="5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6pPr>
            <a:lvl7pPr marL="3200400" lvl="6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7pPr>
            <a:lvl8pPr marL="3657600" lvl="7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8pPr>
            <a:lvl9pPr marL="4114800" lvl="8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9pPr>
          </a:lstStyle>
          <a:p>
            <a:endParaRPr/>
          </a:p>
        </p:txBody>
      </p:sp>
      <p:sp>
        <p:nvSpPr>
          <p:cNvPr id="63" name="Google Shape;63;g36bc379c7b1_10_112"/>
          <p:cNvSpPr txBox="1">
            <a:spLocks noGrp="1"/>
          </p:cNvSpPr>
          <p:nvPr>
            <p:ph type="body" idx="2"/>
          </p:nvPr>
        </p:nvSpPr>
        <p:spPr>
          <a:xfrm>
            <a:off x="1206500" y="4248504"/>
            <a:ext cx="21971100" cy="825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  <a:defRPr sz="5500"/>
            </a:lvl1pPr>
            <a:lvl2pPr marL="914400" lvl="1" indent="-2286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  <a:defRPr sz="5500"/>
            </a:lvl2pPr>
            <a:lvl3pPr marL="1371600" lvl="2" indent="-2286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  <a:defRPr sz="5500"/>
            </a:lvl3pPr>
            <a:lvl4pPr marL="1828800" lvl="3" indent="-2286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  <a:defRPr sz="5500"/>
            </a:lvl4pPr>
            <a:lvl5pPr marL="2286000" lvl="4" indent="-2286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  <a:defRPr sz="5500"/>
            </a:lvl5pPr>
            <a:lvl6pPr marL="2743200" lvl="5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6pPr>
            <a:lvl7pPr marL="3200400" lvl="6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7pPr>
            <a:lvl8pPr marL="3657600" lvl="7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8pPr>
            <a:lvl9pPr marL="4114800" lvl="8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9pPr>
          </a:lstStyle>
          <a:p>
            <a:endParaRPr/>
          </a:p>
        </p:txBody>
      </p:sp>
      <p:sp>
        <p:nvSpPr>
          <p:cNvPr id="64" name="Google Shape;64;g36bc379c7b1_10_112"/>
          <p:cNvSpPr txBox="1">
            <a:spLocks noGrp="1"/>
          </p:cNvSpPr>
          <p:nvPr>
            <p:ph type="sldNum" idx="12"/>
          </p:nvPr>
        </p:nvSpPr>
        <p:spPr>
          <a:xfrm>
            <a:off x="12001499" y="13080999"/>
            <a:ext cx="368400" cy="37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b" anchorCtr="0">
            <a:spAutoFit/>
          </a:bodyPr>
          <a:lstStyle>
            <a:lvl1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1pPr>
            <a:lvl2pPr marL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2pPr>
            <a:lvl3pPr marL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3pPr>
            <a:lvl4pPr marL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4pPr>
            <a:lvl5pPr marL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5pPr>
            <a:lvl6pPr marL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6pPr>
            <a:lvl7pPr marL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7pPr>
            <a:lvl8pPr marL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8pPr>
            <a:lvl9pPr marL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tatement">
  <p:cSld name="Statemen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6bc379c7b1_10_117"/>
          <p:cNvSpPr txBox="1">
            <a:spLocks noGrp="1"/>
          </p:cNvSpPr>
          <p:nvPr>
            <p:ph type="body" idx="1"/>
          </p:nvPr>
        </p:nvSpPr>
        <p:spPr>
          <a:xfrm>
            <a:off x="1206500" y="4920843"/>
            <a:ext cx="21971100" cy="38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normAutofit/>
          </a:bodyPr>
          <a:lstStyle>
            <a:lvl1pPr marL="457200" lvl="0" indent="-2286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600"/>
              <a:buFont typeface="Helvetica Neue"/>
              <a:buNone/>
              <a:defRPr sz="1160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2286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600"/>
              <a:buFont typeface="Helvetica Neue"/>
              <a:buNone/>
              <a:defRPr sz="11600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2286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600"/>
              <a:buFont typeface="Helvetica Neue"/>
              <a:buNone/>
              <a:defRPr sz="11600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2286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600"/>
              <a:buFont typeface="Helvetica Neue"/>
              <a:buNone/>
              <a:defRPr sz="11600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2286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600"/>
              <a:buFont typeface="Helvetica Neue"/>
              <a:buNone/>
              <a:defRPr sz="11600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6pPr>
            <a:lvl7pPr marL="3200400" lvl="6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7pPr>
            <a:lvl8pPr marL="3657600" lvl="7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8pPr>
            <a:lvl9pPr marL="4114800" lvl="8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9pPr>
          </a:lstStyle>
          <a:p>
            <a:endParaRPr/>
          </a:p>
        </p:txBody>
      </p:sp>
      <p:sp>
        <p:nvSpPr>
          <p:cNvPr id="67" name="Google Shape;67;g36bc379c7b1_10_117"/>
          <p:cNvSpPr txBox="1">
            <a:spLocks noGrp="1"/>
          </p:cNvSpPr>
          <p:nvPr>
            <p:ph type="sldNum" idx="12"/>
          </p:nvPr>
        </p:nvSpPr>
        <p:spPr>
          <a:xfrm>
            <a:off x="12001499" y="13080999"/>
            <a:ext cx="368400" cy="37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b" anchorCtr="0">
            <a:spAutoFit/>
          </a:bodyPr>
          <a:lstStyle>
            <a:lvl1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1pPr>
            <a:lvl2pPr marL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2pPr>
            <a:lvl3pPr marL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3pPr>
            <a:lvl4pPr marL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4pPr>
            <a:lvl5pPr marL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5pPr>
            <a:lvl6pPr marL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6pPr>
            <a:lvl7pPr marL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7pPr>
            <a:lvl8pPr marL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8pPr>
            <a:lvl9pPr marL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Big Fact">
  <p:cSld name="Big Fac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6bc379c7b1_10_120"/>
          <p:cNvSpPr txBox="1">
            <a:spLocks noGrp="1"/>
          </p:cNvSpPr>
          <p:nvPr>
            <p:ph type="body" idx="1"/>
          </p:nvPr>
        </p:nvSpPr>
        <p:spPr>
          <a:xfrm>
            <a:off x="1206500" y="1075927"/>
            <a:ext cx="21971100" cy="724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b" anchorCtr="0">
            <a:normAutofit/>
          </a:bodyPr>
          <a:lstStyle>
            <a:lvl1pPr marL="457200" lvl="0" indent="-2286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0"/>
              <a:buFont typeface="Helvetica Neue"/>
              <a:buNone/>
              <a:defRPr sz="25000" b="1"/>
            </a:lvl1pPr>
            <a:lvl2pPr marL="914400" lvl="1" indent="-2286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0"/>
              <a:buFont typeface="Helvetica Neue"/>
              <a:buNone/>
              <a:defRPr sz="25000" b="1"/>
            </a:lvl2pPr>
            <a:lvl3pPr marL="1371600" lvl="2" indent="-2286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0"/>
              <a:buFont typeface="Helvetica Neue"/>
              <a:buNone/>
              <a:defRPr sz="25000" b="1"/>
            </a:lvl3pPr>
            <a:lvl4pPr marL="1828800" lvl="3" indent="-2286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0"/>
              <a:buFont typeface="Helvetica Neue"/>
              <a:buNone/>
              <a:defRPr sz="25000" b="1"/>
            </a:lvl4pPr>
            <a:lvl5pPr marL="2286000" lvl="4" indent="-2286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0"/>
              <a:buFont typeface="Helvetica Neue"/>
              <a:buNone/>
              <a:defRPr sz="25000" b="1"/>
            </a:lvl5pPr>
            <a:lvl6pPr marL="2743200" lvl="5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6pPr>
            <a:lvl7pPr marL="3200400" lvl="6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7pPr>
            <a:lvl8pPr marL="3657600" lvl="7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8pPr>
            <a:lvl9pPr marL="4114800" lvl="8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9pPr>
          </a:lstStyle>
          <a:p>
            <a:endParaRPr/>
          </a:p>
        </p:txBody>
      </p:sp>
      <p:sp>
        <p:nvSpPr>
          <p:cNvPr id="70" name="Google Shape;70;g36bc379c7b1_10_120"/>
          <p:cNvSpPr txBox="1">
            <a:spLocks noGrp="1"/>
          </p:cNvSpPr>
          <p:nvPr>
            <p:ph type="body" idx="2"/>
          </p:nvPr>
        </p:nvSpPr>
        <p:spPr>
          <a:xfrm>
            <a:off x="1206500" y="8262180"/>
            <a:ext cx="21971100" cy="93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  <a:defRPr sz="5500" b="1"/>
            </a:lvl1pPr>
            <a:lvl2pPr marL="914400" lvl="1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2pPr>
            <a:lvl3pPr marL="1371600" lvl="2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3pPr>
            <a:lvl4pPr marL="1828800" lvl="3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4pPr>
            <a:lvl5pPr marL="2286000" lvl="4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5pPr>
            <a:lvl6pPr marL="2743200" lvl="5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6pPr>
            <a:lvl7pPr marL="3200400" lvl="6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7pPr>
            <a:lvl8pPr marL="3657600" lvl="7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8pPr>
            <a:lvl9pPr marL="4114800" lvl="8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g36bc379c7b1_10_120"/>
          <p:cNvSpPr txBox="1">
            <a:spLocks noGrp="1"/>
          </p:cNvSpPr>
          <p:nvPr>
            <p:ph type="sldNum" idx="12"/>
          </p:nvPr>
        </p:nvSpPr>
        <p:spPr>
          <a:xfrm>
            <a:off x="12001499" y="13080999"/>
            <a:ext cx="368400" cy="37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b" anchorCtr="0">
            <a:spAutoFit/>
          </a:bodyPr>
          <a:lstStyle>
            <a:lvl1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1pPr>
            <a:lvl2pPr marL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2pPr>
            <a:lvl3pPr marL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3pPr>
            <a:lvl4pPr marL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4pPr>
            <a:lvl5pPr marL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5pPr>
            <a:lvl6pPr marL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6pPr>
            <a:lvl7pPr marL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7pPr>
            <a:lvl8pPr marL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8pPr>
            <a:lvl9pPr marL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Quote">
  <p:cSld name="Quote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6bc379c7b1_10_124"/>
          <p:cNvSpPr txBox="1">
            <a:spLocks noGrp="1"/>
          </p:cNvSpPr>
          <p:nvPr>
            <p:ph type="body" idx="1"/>
          </p:nvPr>
        </p:nvSpPr>
        <p:spPr>
          <a:xfrm>
            <a:off x="2430025" y="10675453"/>
            <a:ext cx="20200200" cy="63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"/>
              <a:buNone/>
              <a:defRPr sz="3600" b="1"/>
            </a:lvl1pPr>
            <a:lvl2pPr marL="914400" lvl="1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2pPr>
            <a:lvl3pPr marL="1371600" lvl="2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3pPr>
            <a:lvl4pPr marL="1828800" lvl="3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4pPr>
            <a:lvl5pPr marL="2286000" lvl="4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5pPr>
            <a:lvl6pPr marL="2743200" lvl="5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6pPr>
            <a:lvl7pPr marL="3200400" lvl="6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7pPr>
            <a:lvl8pPr marL="3657600" lvl="7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8pPr>
            <a:lvl9pPr marL="4114800" lvl="8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9pPr>
          </a:lstStyle>
          <a:p>
            <a:endParaRPr/>
          </a:p>
        </p:txBody>
      </p:sp>
      <p:sp>
        <p:nvSpPr>
          <p:cNvPr id="74" name="Google Shape;74;g36bc379c7b1_10_124"/>
          <p:cNvSpPr txBox="1">
            <a:spLocks noGrp="1"/>
          </p:cNvSpPr>
          <p:nvPr>
            <p:ph type="body" idx="2"/>
          </p:nvPr>
        </p:nvSpPr>
        <p:spPr>
          <a:xfrm>
            <a:off x="1753923" y="4939860"/>
            <a:ext cx="20876100" cy="383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0"/>
              <a:buFont typeface="Helvetica Neue"/>
              <a:buNone/>
              <a:defRPr sz="850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0"/>
              <a:buFont typeface="Helvetica Neue"/>
              <a:buNone/>
              <a:defRPr sz="8500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0"/>
              <a:buFont typeface="Helvetica Neue"/>
              <a:buNone/>
              <a:defRPr sz="8500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0"/>
              <a:buFont typeface="Helvetica Neue"/>
              <a:buNone/>
              <a:defRPr sz="8500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0"/>
              <a:buFont typeface="Helvetica Neue"/>
              <a:buNone/>
              <a:defRPr sz="8500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6pPr>
            <a:lvl7pPr marL="3200400" lvl="6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7pPr>
            <a:lvl8pPr marL="3657600" lvl="7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8pPr>
            <a:lvl9pPr marL="4114800" lvl="8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g36bc379c7b1_10_124"/>
          <p:cNvSpPr txBox="1">
            <a:spLocks noGrp="1"/>
          </p:cNvSpPr>
          <p:nvPr>
            <p:ph type="sldNum" idx="12"/>
          </p:nvPr>
        </p:nvSpPr>
        <p:spPr>
          <a:xfrm>
            <a:off x="12001499" y="13080999"/>
            <a:ext cx="368400" cy="37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b" anchorCtr="0">
            <a:spAutoFit/>
          </a:bodyPr>
          <a:lstStyle>
            <a:lvl1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1pPr>
            <a:lvl2pPr marL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2pPr>
            <a:lvl3pPr marL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3pPr>
            <a:lvl4pPr marL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4pPr>
            <a:lvl5pPr marL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5pPr>
            <a:lvl6pPr marL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6pPr>
            <a:lvl7pPr marL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7pPr>
            <a:lvl8pPr marL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8pPr>
            <a:lvl9pPr marL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Photo - 3 Up">
  <p:cSld name="Photo - 3 Up"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6bc379c7b1_10_128"/>
          <p:cNvSpPr>
            <a:spLocks noGrp="1"/>
          </p:cNvSpPr>
          <p:nvPr>
            <p:ph type="pic" idx="2"/>
          </p:nvPr>
        </p:nvSpPr>
        <p:spPr>
          <a:xfrm>
            <a:off x="15760700" y="1016000"/>
            <a:ext cx="7439100" cy="5949600"/>
          </a:xfrm>
          <a:prstGeom prst="rect">
            <a:avLst/>
          </a:prstGeom>
          <a:noFill/>
          <a:ln>
            <a:noFill/>
          </a:ln>
        </p:spPr>
      </p:sp>
      <p:sp>
        <p:nvSpPr>
          <p:cNvPr id="78" name="Google Shape;78;g36bc379c7b1_10_128"/>
          <p:cNvSpPr>
            <a:spLocks noGrp="1"/>
          </p:cNvSpPr>
          <p:nvPr>
            <p:ph type="pic" idx="3"/>
          </p:nvPr>
        </p:nvSpPr>
        <p:spPr>
          <a:xfrm>
            <a:off x="13500100" y="3978275"/>
            <a:ext cx="10439400" cy="12150300"/>
          </a:xfrm>
          <a:prstGeom prst="rect">
            <a:avLst/>
          </a:prstGeom>
          <a:noFill/>
          <a:ln>
            <a:noFill/>
          </a:ln>
        </p:spPr>
      </p:sp>
      <p:sp>
        <p:nvSpPr>
          <p:cNvPr id="79" name="Google Shape;79;g36bc379c7b1_10_128"/>
          <p:cNvSpPr>
            <a:spLocks noGrp="1"/>
          </p:cNvSpPr>
          <p:nvPr>
            <p:ph type="pic" idx="4"/>
          </p:nvPr>
        </p:nvSpPr>
        <p:spPr>
          <a:xfrm>
            <a:off x="-139700" y="495300"/>
            <a:ext cx="16611600" cy="12458700"/>
          </a:xfrm>
          <a:prstGeom prst="rect">
            <a:avLst/>
          </a:prstGeom>
          <a:noFill/>
          <a:ln>
            <a:noFill/>
          </a:ln>
        </p:spPr>
      </p:sp>
      <p:sp>
        <p:nvSpPr>
          <p:cNvPr id="80" name="Google Shape;80;g36bc379c7b1_10_128"/>
          <p:cNvSpPr txBox="1">
            <a:spLocks noGrp="1"/>
          </p:cNvSpPr>
          <p:nvPr>
            <p:ph type="sldNum" idx="12"/>
          </p:nvPr>
        </p:nvSpPr>
        <p:spPr>
          <a:xfrm>
            <a:off x="12001499" y="13080999"/>
            <a:ext cx="368400" cy="37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b" anchorCtr="0">
            <a:spAutoFit/>
          </a:bodyPr>
          <a:lstStyle>
            <a:lvl1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1pPr>
            <a:lvl2pPr marL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2pPr>
            <a:lvl3pPr marL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3pPr>
            <a:lvl4pPr marL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4pPr>
            <a:lvl5pPr marL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5pPr>
            <a:lvl6pPr marL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6pPr>
            <a:lvl7pPr marL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7pPr>
            <a:lvl8pPr marL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8pPr>
            <a:lvl9pPr marL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Photo">
  <p:cSld name="Photo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6bc379c7b1_10_133"/>
          <p:cNvSpPr>
            <a:spLocks noGrp="1"/>
          </p:cNvSpPr>
          <p:nvPr>
            <p:ph type="pic" idx="2"/>
          </p:nvPr>
        </p:nvSpPr>
        <p:spPr>
          <a:xfrm>
            <a:off x="-1333500" y="-5524500"/>
            <a:ext cx="27051000" cy="21640800"/>
          </a:xfrm>
          <a:prstGeom prst="rect">
            <a:avLst/>
          </a:prstGeom>
          <a:noFill/>
          <a:ln>
            <a:noFill/>
          </a:ln>
        </p:spPr>
      </p:sp>
      <p:sp>
        <p:nvSpPr>
          <p:cNvPr id="83" name="Google Shape;83;g36bc379c7b1_10_133"/>
          <p:cNvSpPr txBox="1">
            <a:spLocks noGrp="1"/>
          </p:cNvSpPr>
          <p:nvPr>
            <p:ph type="sldNum" idx="12"/>
          </p:nvPr>
        </p:nvSpPr>
        <p:spPr>
          <a:xfrm>
            <a:off x="12001499" y="13080999"/>
            <a:ext cx="368400" cy="37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b" anchorCtr="0">
            <a:sp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  <a:defRPr>
                <a:solidFill>
                  <a:srgbClr val="FFFFFF"/>
                </a:solidFill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  <a:defRPr>
                <a:solidFill>
                  <a:srgbClr val="FFFFFF"/>
                </a:solidFill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  <a:defRPr>
                <a:solidFill>
                  <a:srgbClr val="FFFFFF"/>
                </a:solidFill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  <a:defRPr>
                <a:solidFill>
                  <a:srgbClr val="FFFFFF"/>
                </a:solidFill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  <a:defRPr>
                <a:solidFill>
                  <a:srgbClr val="FFFFFF"/>
                </a:solidFill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  <a:defRPr>
                <a:solidFill>
                  <a:srgbClr val="FFFFFF"/>
                </a:solidFill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  <a:defRPr>
                <a:solidFill>
                  <a:srgbClr val="FFFFFF"/>
                </a:solidFill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  <a:defRPr>
                <a:solidFill>
                  <a:srgbClr val="FFFFFF"/>
                </a:solidFill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  <a:defRPr>
                <a:solidFill>
                  <a:srgbClr val="FFFFFF"/>
                </a:solidFill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Blank">
  <p:cSld name="Blank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6bc379c7b1_10_136"/>
          <p:cNvSpPr txBox="1">
            <a:spLocks noGrp="1"/>
          </p:cNvSpPr>
          <p:nvPr>
            <p:ph type="sldNum" idx="12"/>
          </p:nvPr>
        </p:nvSpPr>
        <p:spPr>
          <a:xfrm>
            <a:off x="12001499" y="13080999"/>
            <a:ext cx="368400" cy="37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b" anchorCtr="0">
            <a:spAutoFit/>
          </a:bodyPr>
          <a:lstStyle>
            <a:lvl1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1pPr>
            <a:lvl2pPr marL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2pPr>
            <a:lvl3pPr marL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3pPr>
            <a:lvl4pPr marL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4pPr>
            <a:lvl5pPr marL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5pPr>
            <a:lvl6pPr marL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6pPr>
            <a:lvl7pPr marL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7pPr>
            <a:lvl8pPr marL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8pPr>
            <a:lvl9pPr marL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g36bc379c7b1_10_57"/>
          <p:cNvSpPr txBox="1">
            <a:spLocks noGrp="1"/>
          </p:cNvSpPr>
          <p:nvPr>
            <p:ph type="title"/>
          </p:nvPr>
        </p:nvSpPr>
        <p:spPr>
          <a:xfrm>
            <a:off x="1206500" y="1079500"/>
            <a:ext cx="21971100" cy="143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rmAutofit/>
          </a:bodyPr>
          <a:lstStyle>
            <a:lvl1pPr marR="0" lvl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0"/>
              <a:buFont typeface="Helvetica Neue"/>
              <a:buNone/>
              <a:defRPr sz="8500" b="1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0"/>
              <a:buFont typeface="Helvetica Neue"/>
              <a:buNone/>
              <a:defRPr sz="8500" b="1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0"/>
              <a:buFont typeface="Helvetica Neue"/>
              <a:buNone/>
              <a:defRPr sz="8500" b="1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0"/>
              <a:buFont typeface="Helvetica Neue"/>
              <a:buNone/>
              <a:defRPr sz="8500" b="1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0"/>
              <a:buFont typeface="Helvetica Neue"/>
              <a:buNone/>
              <a:defRPr sz="8500" b="1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0"/>
              <a:buFont typeface="Helvetica Neue"/>
              <a:buNone/>
              <a:defRPr sz="8500" b="1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0"/>
              <a:buFont typeface="Helvetica Neue"/>
              <a:buNone/>
              <a:defRPr sz="8500" b="1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0"/>
              <a:buFont typeface="Helvetica Neue"/>
              <a:buNone/>
              <a:defRPr sz="8500" b="1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0"/>
              <a:buFont typeface="Helvetica Neue"/>
              <a:buNone/>
              <a:defRPr sz="8500" b="1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7" name="Google Shape;7;g36bc379c7b1_10_57"/>
          <p:cNvSpPr txBox="1">
            <a:spLocks noGrp="1"/>
          </p:cNvSpPr>
          <p:nvPr>
            <p:ph type="body" idx="1"/>
          </p:nvPr>
        </p:nvSpPr>
        <p:spPr>
          <a:xfrm>
            <a:off x="1206500" y="4248504"/>
            <a:ext cx="21971100" cy="825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rmAutofit/>
          </a:bodyPr>
          <a:lstStyle>
            <a:lvl1pPr marL="457200" marR="0" lvl="0" indent="-603504" algn="l" rtl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5904"/>
              <a:buFont typeface="Helvetica Neue"/>
              <a:buChar char="•"/>
              <a:defRPr sz="4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603504" algn="l" rtl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5904"/>
              <a:buFont typeface="Helvetica Neue"/>
              <a:buChar char="•"/>
              <a:defRPr sz="4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603504" algn="l" rtl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5904"/>
              <a:buFont typeface="Helvetica Neue"/>
              <a:buChar char="•"/>
              <a:defRPr sz="4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603504" algn="l" rtl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5904"/>
              <a:buFont typeface="Helvetica Neue"/>
              <a:buChar char="•"/>
              <a:defRPr sz="4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603504" algn="l" rtl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5904"/>
              <a:buFont typeface="Helvetica Neue"/>
              <a:buChar char="•"/>
              <a:defRPr sz="4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603504" algn="l" rtl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5904"/>
              <a:buFont typeface="Helvetica Neue"/>
              <a:buChar char="•"/>
              <a:defRPr sz="4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603504" algn="l" rtl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5904"/>
              <a:buFont typeface="Helvetica Neue"/>
              <a:buChar char="•"/>
              <a:defRPr sz="4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603504" algn="l" rtl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5904"/>
              <a:buFont typeface="Helvetica Neue"/>
              <a:buChar char="•"/>
              <a:defRPr sz="4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603503" algn="l" rtl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5904"/>
              <a:buFont typeface="Helvetica Neue"/>
              <a:buChar char="•"/>
              <a:defRPr sz="4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pic>
        <p:nvPicPr>
          <p:cNvPr id="8" name="Google Shape;8;g36bc379c7b1_10_57" descr="pasted-movie.heif"/>
          <p:cNvPicPr preferRelativeResize="0"/>
          <p:nvPr/>
        </p:nvPicPr>
        <p:blipFill rotWithShape="1">
          <a:blip r:embed="rId19">
            <a:alphaModFix/>
          </a:blip>
          <a:srcRect t="388" r="85220" b="388"/>
          <a:stretch/>
        </p:blipFill>
        <p:spPr>
          <a:xfrm>
            <a:off x="67789" y="52176"/>
            <a:ext cx="1490826" cy="1801247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Google Shape;9;g36bc379c7b1_10_57" descr="pasted-movie.heif"/>
          <p:cNvPicPr preferRelativeResize="0"/>
          <p:nvPr/>
        </p:nvPicPr>
        <p:blipFill rotWithShape="1">
          <a:blip r:embed="rId20">
            <a:alphaModFix/>
          </a:blip>
          <a:srcRect l="50059" r="33607"/>
          <a:stretch/>
        </p:blipFill>
        <p:spPr>
          <a:xfrm>
            <a:off x="22617501" y="39476"/>
            <a:ext cx="1658035" cy="1826982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0;g36bc379c7b1_10_57"/>
          <p:cNvSpPr txBox="1">
            <a:spLocks noGrp="1"/>
          </p:cNvSpPr>
          <p:nvPr>
            <p:ph type="sldNum" idx="12"/>
          </p:nvPr>
        </p:nvSpPr>
        <p:spPr>
          <a:xfrm>
            <a:off x="12001499" y="13080999"/>
            <a:ext cx="368400" cy="37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b" anchorCtr="0">
            <a:sp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pixabay.com/ko/%EA%B0%90%EC%82%AC%ED%95%A9%EB%8B%88%EB%8B%A4-%EA%B0%90%EC%82%AC-%EC%A3%BC%EC%85%94%EC%84%9C-%EA%B0%90%EC%82%AC-%ED%95%A9%EB%8B%88%EB%8B%A4-%EB%8B%B9%EC%8B%A0%EC%9D%B4%EC%A3%BC%EC%9D%98-%EA%B0%90%EC%82%AC-1191350/" TargetMode="Externa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6bc379c7b1_0_551"/>
          <p:cNvSpPr txBox="1">
            <a:spLocks noGrp="1"/>
          </p:cNvSpPr>
          <p:nvPr>
            <p:ph type="title"/>
          </p:nvPr>
        </p:nvSpPr>
        <p:spPr>
          <a:xfrm>
            <a:off x="1321000" y="2740910"/>
            <a:ext cx="21971100" cy="2853241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lvl="0" algn="ctr">
              <a:buClr>
                <a:schemeClr val="accent1"/>
              </a:buClr>
            </a:pPr>
            <a:r>
              <a:rPr lang="en-US" sz="80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Post-Quantum Cryptography</a:t>
            </a:r>
            <a:endParaRPr sz="9600" b="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2" name="Google Shape;92;g36bc379c7b1_0_551"/>
          <p:cNvSpPr txBox="1">
            <a:spLocks noGrp="1"/>
          </p:cNvSpPr>
          <p:nvPr>
            <p:ph type="body" idx="2"/>
          </p:nvPr>
        </p:nvSpPr>
        <p:spPr>
          <a:xfrm>
            <a:off x="2673852" y="9290143"/>
            <a:ext cx="4005244" cy="1973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Helvetica Neue"/>
              <a:buNone/>
            </a:pPr>
            <a:r>
              <a:rPr lang="en-US" sz="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 </a:t>
            </a:r>
            <a:r>
              <a:rPr lang="en-US" sz="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Suvikumar</a:t>
            </a:r>
            <a:endParaRPr lang="en-US" sz="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Helvetica Neue"/>
              <a:buNone/>
            </a:pPr>
            <a:r>
              <a:rPr lang="en-US" sz="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192424262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Helvetica Neue"/>
              <a:buNone/>
            </a:pPr>
            <a:endParaRPr sz="5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3" name="Google Shape;93;g36bc379c7b1_0_551"/>
          <p:cNvSpPr txBox="1">
            <a:spLocks noGrp="1"/>
          </p:cNvSpPr>
          <p:nvPr>
            <p:ph type="sldNum" idx="12"/>
          </p:nvPr>
        </p:nvSpPr>
        <p:spPr>
          <a:xfrm>
            <a:off x="12065050" y="13080999"/>
            <a:ext cx="241500" cy="37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b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  <p:sp>
        <p:nvSpPr>
          <p:cNvPr id="95" name="Google Shape;95;g36bc379c7b1_0_551"/>
          <p:cNvSpPr txBox="1"/>
          <p:nvPr/>
        </p:nvSpPr>
        <p:spPr>
          <a:xfrm>
            <a:off x="1206496" y="664111"/>
            <a:ext cx="23669340" cy="25530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50800" tIns="50800" rIns="50800" bIns="50800" anchor="ctr" anchorCtr="0">
            <a:normAutofit/>
          </a:bodyPr>
          <a:lstStyle/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EB220C"/>
              </a:buClr>
              <a:buSzPts val="6032"/>
              <a:buFont typeface="Helvetica Neue"/>
              <a:buNone/>
            </a:pPr>
            <a:endParaRPr sz="10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C00C0C8-547F-480E-82BC-3A421CB3B1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58759" y="92664"/>
            <a:ext cx="22122444" cy="2553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D4C81D5-3C2A-4B98-A2A3-A67B16F08F5B}"/>
              </a:ext>
            </a:extLst>
          </p:cNvPr>
          <p:cNvSpPr txBox="1"/>
          <p:nvPr/>
        </p:nvSpPr>
        <p:spPr>
          <a:xfrm>
            <a:off x="5769426" y="5262513"/>
            <a:ext cx="12832747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CSA1013 – Software Engineering</a:t>
            </a:r>
            <a:endParaRPr lang="en-GB" sz="5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6bc379c7b1_0_560"/>
          <p:cNvSpPr txBox="1">
            <a:spLocks noGrp="1"/>
          </p:cNvSpPr>
          <p:nvPr>
            <p:ph type="title"/>
          </p:nvPr>
        </p:nvSpPr>
        <p:spPr>
          <a:xfrm>
            <a:off x="1871518" y="1149241"/>
            <a:ext cx="21971100" cy="143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rm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0"/>
              <a:buFont typeface="Helvetica Neue"/>
              <a:buNone/>
            </a:pPr>
            <a:r>
              <a:rPr lang="en-US" dirty="0"/>
              <a:t>Introduction</a:t>
            </a:r>
            <a:endParaRPr dirty="0"/>
          </a:p>
        </p:txBody>
      </p:sp>
      <p:sp>
        <p:nvSpPr>
          <p:cNvPr id="102" name="Google Shape;102;g36bc379c7b1_0_560"/>
          <p:cNvSpPr txBox="1">
            <a:spLocks noGrp="1"/>
          </p:cNvSpPr>
          <p:nvPr>
            <p:ph type="sldNum" idx="12"/>
          </p:nvPr>
        </p:nvSpPr>
        <p:spPr>
          <a:xfrm>
            <a:off x="12065050" y="13080999"/>
            <a:ext cx="241500" cy="37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b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CA1043A-25FE-1A7B-67B2-EF3CEE00D198}"/>
              </a:ext>
            </a:extLst>
          </p:cNvPr>
          <p:cNvSpPr txBox="1"/>
          <p:nvPr/>
        </p:nvSpPr>
        <p:spPr>
          <a:xfrm>
            <a:off x="1724891" y="3345873"/>
            <a:ext cx="21467618" cy="82484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800"/>
              </a:spcAft>
              <a:buFont typeface="Wingdings" panose="05000000000000000000" pitchFamily="2" charset="2"/>
              <a:buChar char="Ø"/>
              <a:defRPr sz="2000">
                <a:solidFill>
                  <a:srgbClr val="F0F4F8"/>
                </a:solidFill>
              </a:defRPr>
            </a:pPr>
            <a:r>
              <a:rPr lang="en-US" sz="41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Post-Quantum Cryptography (PQC) develops cryptography that remains secure against quantum attacks.</a:t>
            </a:r>
          </a:p>
          <a:p>
            <a:pPr>
              <a:spcAft>
                <a:spcPts val="1800"/>
              </a:spcAft>
              <a:defRPr sz="2000">
                <a:solidFill>
                  <a:srgbClr val="F0F4F8"/>
                </a:solidFill>
              </a:defRPr>
            </a:pPr>
            <a:endParaRPr lang="en-US" sz="41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1800"/>
              </a:spcAft>
              <a:buFont typeface="Wingdings" panose="05000000000000000000" pitchFamily="2" charset="2"/>
              <a:buChar char="Ø"/>
              <a:defRPr sz="2000">
                <a:solidFill>
                  <a:srgbClr val="F0F4F8"/>
                </a:solidFill>
              </a:defRPr>
            </a:pPr>
            <a:r>
              <a:rPr lang="en-US" sz="41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Quantum computers could break by used public-key systems such as RSA and ECC.</a:t>
            </a:r>
          </a:p>
          <a:p>
            <a:pPr>
              <a:spcAft>
                <a:spcPts val="1800"/>
              </a:spcAft>
              <a:defRPr sz="2000">
                <a:solidFill>
                  <a:srgbClr val="F0F4F8"/>
                </a:solidFill>
              </a:defRPr>
            </a:pPr>
            <a:endParaRPr lang="en-US" sz="41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1800"/>
              </a:spcAft>
              <a:buFont typeface="Wingdings" panose="05000000000000000000" pitchFamily="2" charset="2"/>
              <a:buChar char="Ø"/>
              <a:defRPr sz="2000">
                <a:solidFill>
                  <a:srgbClr val="F0F4F8"/>
                </a:solidFill>
              </a:defRPr>
            </a:pPr>
            <a:r>
              <a:rPr lang="en-US" sz="41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PQC algorithms are designed to run on conventional computers.</a:t>
            </a:r>
          </a:p>
          <a:p>
            <a:pPr>
              <a:spcAft>
                <a:spcPts val="1800"/>
              </a:spcAft>
              <a:defRPr sz="2000">
                <a:solidFill>
                  <a:srgbClr val="F0F4F8"/>
                </a:solidFill>
              </a:defRPr>
            </a:pPr>
            <a:endParaRPr lang="en-US" sz="41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1800"/>
              </a:spcAft>
              <a:buFont typeface="Wingdings" panose="05000000000000000000" pitchFamily="2" charset="2"/>
              <a:buChar char="Ø"/>
              <a:defRPr sz="2000">
                <a:solidFill>
                  <a:srgbClr val="F0F4F8"/>
                </a:solidFill>
              </a:defRPr>
            </a:pPr>
            <a:r>
              <a:rPr lang="en-US" sz="41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goal is to protect data throughout the transition to quantum-safe security.</a:t>
            </a:r>
          </a:p>
          <a:p>
            <a:pPr>
              <a:spcAft>
                <a:spcPts val="1800"/>
              </a:spcAft>
              <a:defRPr sz="2000">
                <a:solidFill>
                  <a:srgbClr val="F0F4F8"/>
                </a:solidFill>
              </a:defRPr>
            </a:pPr>
            <a:endParaRPr lang="en-US" sz="41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1800"/>
              </a:spcAft>
              <a:buFont typeface="Wingdings" panose="05000000000000000000" pitchFamily="2" charset="2"/>
              <a:buChar char="Ø"/>
              <a:defRPr sz="2000">
                <a:solidFill>
                  <a:srgbClr val="F0F4F8"/>
                </a:solidFill>
              </a:defRPr>
            </a:pPr>
            <a:r>
              <a:rPr lang="en-US" sz="41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PQC is important for long-term confidentiality and digital trust.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6bc379c7b1_0_572"/>
          <p:cNvSpPr txBox="1">
            <a:spLocks noGrp="1"/>
          </p:cNvSpPr>
          <p:nvPr>
            <p:ph type="title"/>
          </p:nvPr>
        </p:nvSpPr>
        <p:spPr>
          <a:xfrm>
            <a:off x="1539009" y="1973118"/>
            <a:ext cx="21971100" cy="143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rm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0"/>
              <a:buFont typeface="Helvetica Neue"/>
              <a:buNone/>
            </a:pPr>
            <a:r>
              <a:rPr lang="en-US" sz="8500" b="1" i="0" u="none" strike="noStrike" cap="none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dirty="0"/>
              <a:t>PQC-Works</a:t>
            </a:r>
            <a:endParaRPr dirty="0"/>
          </a:p>
        </p:txBody>
      </p:sp>
      <p:sp>
        <p:nvSpPr>
          <p:cNvPr id="116" name="Google Shape;116;g36bc379c7b1_0_572"/>
          <p:cNvSpPr txBox="1">
            <a:spLocks noGrp="1"/>
          </p:cNvSpPr>
          <p:nvPr>
            <p:ph type="sldNum" idx="12"/>
          </p:nvPr>
        </p:nvSpPr>
        <p:spPr>
          <a:xfrm>
            <a:off x="12065050" y="13080999"/>
            <a:ext cx="241500" cy="37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b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3A042A-A5F0-FC50-8D24-E728613D78E7}"/>
              </a:ext>
            </a:extLst>
          </p:cNvPr>
          <p:cNvSpPr txBox="1"/>
          <p:nvPr/>
        </p:nvSpPr>
        <p:spPr>
          <a:xfrm>
            <a:off x="1911927" y="4154363"/>
            <a:ext cx="19119273" cy="68634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Wingdings" panose="05000000000000000000" pitchFamily="2" charset="2"/>
              <a:buChar char="Ø"/>
            </a:pPr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key-generation process creates public and private keys using a quantum-resistant algorithm.</a:t>
            </a:r>
          </a:p>
          <a:p>
            <a:pPr marL="571500" indent="-571500">
              <a:buFont typeface="Wingdings" panose="05000000000000000000" pitchFamily="2" charset="2"/>
              <a:buChar char="Ø"/>
            </a:pPr>
            <a:endParaRPr lang="en-US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indent="-571500">
              <a:buFont typeface="Wingdings" panose="05000000000000000000" pitchFamily="2" charset="2"/>
              <a:buChar char="Ø"/>
            </a:pPr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public key can be shared openly for encryption or key establishment.</a:t>
            </a:r>
          </a:p>
          <a:p>
            <a:pPr marL="571500" indent="-571500">
              <a:buFont typeface="Wingdings" panose="05000000000000000000" pitchFamily="2" charset="2"/>
              <a:buChar char="Ø"/>
            </a:pPr>
            <a:endParaRPr lang="en-US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indent="-571500">
              <a:buFont typeface="Wingdings" panose="05000000000000000000" pitchFamily="2" charset="2"/>
              <a:buChar char="Ø"/>
            </a:pPr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private key is kept secret and is used for decryption.</a:t>
            </a:r>
          </a:p>
          <a:p>
            <a:pPr marL="571500" indent="-571500">
              <a:buFont typeface="Wingdings" panose="05000000000000000000" pitchFamily="2" charset="2"/>
              <a:buChar char="Ø"/>
            </a:pPr>
            <a:endParaRPr lang="en-US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indent="-571500">
              <a:buFont typeface="Wingdings" panose="05000000000000000000" pitchFamily="2" charset="2"/>
              <a:buChar char="Ø"/>
            </a:pPr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Security on mathematical problems to resist both classical and quantum attacks.</a:t>
            </a:r>
          </a:p>
          <a:p>
            <a:pPr marL="571500" indent="-571500">
              <a:buFont typeface="Wingdings" panose="05000000000000000000" pitchFamily="2" charset="2"/>
              <a:buChar char="Ø"/>
            </a:pPr>
            <a:endParaRPr lang="en-US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indent="-571500">
              <a:buFont typeface="Wingdings" panose="05000000000000000000" pitchFamily="2" charset="2"/>
              <a:buChar char="Ø"/>
            </a:pPr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PQC can be integrated into protocols such as TLS, VPNs, and secure storage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6bc379c7b1_0_566"/>
          <p:cNvSpPr txBox="1">
            <a:spLocks noGrp="1"/>
          </p:cNvSpPr>
          <p:nvPr>
            <p:ph type="title"/>
          </p:nvPr>
        </p:nvSpPr>
        <p:spPr>
          <a:xfrm>
            <a:off x="1206500" y="1079500"/>
            <a:ext cx="21971100" cy="143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rm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0"/>
              <a:buFont typeface="Helvetica Neue"/>
              <a:buNone/>
            </a:pPr>
            <a:r>
              <a:rPr lang="en-US" sz="8500" b="1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Problem Statement</a:t>
            </a:r>
            <a:endParaRPr/>
          </a:p>
        </p:txBody>
      </p:sp>
      <p:sp>
        <p:nvSpPr>
          <p:cNvPr id="108" name="Google Shape;108;g36bc379c7b1_0_566"/>
          <p:cNvSpPr txBox="1">
            <a:spLocks noGrp="1"/>
          </p:cNvSpPr>
          <p:nvPr>
            <p:ph type="body" idx="2"/>
          </p:nvPr>
        </p:nvSpPr>
        <p:spPr>
          <a:xfrm>
            <a:off x="1200250" y="2512600"/>
            <a:ext cx="21971100" cy="98733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rmAutofit fontScale="92500" lnSpcReduction="10000"/>
          </a:bodyPr>
          <a:lstStyle/>
          <a:p>
            <a:pPr marL="685800" lvl="0" indent="-685800" algn="just">
              <a:lnSpc>
                <a:spcPct val="150000"/>
              </a:lnSpc>
              <a:spcBef>
                <a:spcPts val="0"/>
              </a:spcBef>
              <a:buSzPts val="5904"/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Quantum computers have the potential to break by used cryptographic algorithms such as RSA and ECC.</a:t>
            </a:r>
          </a:p>
          <a:p>
            <a:pPr marL="0" lvl="0" indent="0" algn="just">
              <a:lnSpc>
                <a:spcPct val="150000"/>
              </a:lnSpc>
              <a:spcBef>
                <a:spcPts val="0"/>
              </a:spcBef>
              <a:buSzPts val="5904"/>
              <a:buNone/>
            </a:pP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85800" lvl="0" indent="-685800" algn="just">
              <a:lnSpc>
                <a:spcPct val="150000"/>
              </a:lnSpc>
              <a:spcBef>
                <a:spcPts val="0"/>
              </a:spcBef>
              <a:buSzPts val="5904"/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Current encryption methods may become insecure, putting sensitive data at risk.</a:t>
            </a:r>
          </a:p>
          <a:p>
            <a:pPr marL="0" lvl="0" indent="0" algn="just">
              <a:lnSpc>
                <a:spcPct val="150000"/>
              </a:lnSpc>
              <a:spcBef>
                <a:spcPts val="0"/>
              </a:spcBef>
              <a:buSzPts val="5904"/>
              <a:buNone/>
            </a:pP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85800" lvl="0" indent="-685800" algn="just">
              <a:lnSpc>
                <a:spcPct val="150000"/>
              </a:lnSpc>
              <a:spcBef>
                <a:spcPts val="0"/>
              </a:spcBef>
              <a:buSzPts val="5904"/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There is a need for quantum-resistant algorithms that can protect information against both classical and quantum attacks.</a:t>
            </a:r>
          </a:p>
          <a:p>
            <a:pPr marL="0" lvl="0" indent="0" algn="just">
              <a:lnSpc>
                <a:spcPct val="150000"/>
              </a:lnSpc>
              <a:spcBef>
                <a:spcPts val="0"/>
              </a:spcBef>
              <a:buSzPts val="5904"/>
              <a:buNone/>
            </a:pP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85800" lvl="0" indent="-685800" algn="just">
              <a:lnSpc>
                <a:spcPct val="150000"/>
              </a:lnSpc>
              <a:spcBef>
                <a:spcPts val="0"/>
              </a:spcBef>
              <a:buSzPts val="5904"/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Post-Quantum Cryptography (PQC) aims to develop and implement secure cryptographic techniques for a future quantum-safe digital environment.</a:t>
            </a:r>
          </a:p>
        </p:txBody>
      </p:sp>
      <p:sp>
        <p:nvSpPr>
          <p:cNvPr id="109" name="Google Shape;109;g36bc379c7b1_0_566"/>
          <p:cNvSpPr txBox="1">
            <a:spLocks noGrp="1"/>
          </p:cNvSpPr>
          <p:nvPr>
            <p:ph type="sldNum" idx="12"/>
          </p:nvPr>
        </p:nvSpPr>
        <p:spPr>
          <a:xfrm>
            <a:off x="12065050" y="13080999"/>
            <a:ext cx="241500" cy="37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b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5F4BE7C-39CF-4D90-A494-72A9ADA169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8128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traffic violations—such as signal jumping, speeding, and lane indiscipline—through video surveillance and image processing. Integrated with a robust database management system, the solution ensures efficient logging, storage, and retrieval of violation records, enabling automated fine generation, offender identification, and data-driven traffic regulation enforcement to enhance urban mobility and safety.</a:t>
            </a:r>
            <a:endParaRPr kumimoji="0" lang="en-US" altLang="en-US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4329DAD-FE92-420F-820E-4A21005C0C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8128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traffic violations—such as signal jumping, speeding, and lane indiscipline—through video surveillance and image processing. Integrated with a robust database management system, the solution ensures efficient logging, storage, and retrieval of violation records, enabling automated fine generation, offender identification, and data-driven traffic regulation enforcement to enhance urban mobility and safety.</a:t>
            </a:r>
            <a:endParaRPr kumimoji="0" lang="en-US" altLang="en-US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8103B6E-DE84-4D97-8CA2-883B72858E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304800"/>
            <a:ext cx="8128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traffic violations—such as signal jumping, speeding, and lane indiscipline—through video surveillance and image processing. Integrated with a robust database management system, the solution ensures efficient logging, storage, and retrieval of violation records, enabling automated fine generation, offender identification, and data-driven traffic regulation enforcement to enhance urban mobility and safety.</a:t>
            </a:r>
            <a:endParaRPr kumimoji="0" lang="en-US" altLang="en-US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93602AB-D523-47D1-9896-A38D07A4CD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84194" y="1538869"/>
            <a:ext cx="21393355" cy="1204331"/>
          </a:xfrm>
        </p:spPr>
        <p:txBody>
          <a:bodyPr>
            <a:normAutofit fontScale="90000"/>
          </a:bodyPr>
          <a:lstStyle/>
          <a:p>
            <a:r>
              <a:rPr lang="en-US" sz="9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Architecture:</a:t>
            </a:r>
            <a:endParaRPr lang="en-GB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3B2F307-0AEC-9029-7328-7C74EA91AA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9109" y="2916382"/>
            <a:ext cx="17027236" cy="975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25691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6bc379c7b1_0_584"/>
          <p:cNvSpPr txBox="1">
            <a:spLocks noGrp="1"/>
          </p:cNvSpPr>
          <p:nvPr>
            <p:ph type="title"/>
          </p:nvPr>
        </p:nvSpPr>
        <p:spPr>
          <a:xfrm>
            <a:off x="2011118" y="832118"/>
            <a:ext cx="21971100" cy="143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rmAutofit/>
          </a:bodyPr>
          <a:lstStyle/>
          <a:p>
            <a:pPr lvl="0">
              <a:buSzPts val="8500"/>
            </a:pPr>
            <a:r>
              <a:rPr lang="en-US" sz="8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 AND CHALLENGES </a:t>
            </a:r>
            <a:endParaRPr sz="8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9" name="Google Shape;129;g36bc379c7b1_0_584"/>
          <p:cNvSpPr txBox="1">
            <a:spLocks noGrp="1"/>
          </p:cNvSpPr>
          <p:nvPr>
            <p:ph type="body" idx="2"/>
          </p:nvPr>
        </p:nvSpPr>
        <p:spPr>
          <a:xfrm>
            <a:off x="415636" y="2265218"/>
            <a:ext cx="23566582" cy="102392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rmAutofit fontScale="92500" lnSpcReduction="20000"/>
          </a:bodyPr>
          <a:lstStyle/>
          <a:p>
            <a:pPr marL="0" lvl="0" indent="0">
              <a:lnSpc>
                <a:spcPct val="150000"/>
              </a:lnSpc>
              <a:spcBef>
                <a:spcPts val="0"/>
              </a:spcBef>
              <a:buSzPts val="5904"/>
              <a:buNone/>
            </a:pPr>
            <a:r>
              <a:rPr lang="en-US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Advantages:</a:t>
            </a:r>
          </a:p>
          <a:p>
            <a:pPr marL="685800" lvl="0" indent="-685800">
              <a:lnSpc>
                <a:spcPct val="150000"/>
              </a:lnSpc>
              <a:spcBef>
                <a:spcPts val="0"/>
              </a:spcBef>
              <a:buSzPts val="5904"/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protects against future quantum attacks.</a:t>
            </a:r>
          </a:p>
          <a:p>
            <a:pPr marL="0" lvl="0" indent="0">
              <a:lnSpc>
                <a:spcPct val="150000"/>
              </a:lnSpc>
              <a:spcBef>
                <a:spcPts val="0"/>
              </a:spcBef>
              <a:buSzPts val="5904"/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85800" lvl="0" indent="-685800">
              <a:lnSpc>
                <a:spcPct val="150000"/>
              </a:lnSpc>
              <a:spcBef>
                <a:spcPts val="0"/>
              </a:spcBef>
              <a:buSzPts val="5904"/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Many PQC schemes can operate on existing classical computing infrastructure.</a:t>
            </a:r>
          </a:p>
          <a:p>
            <a:pPr marL="0" lvl="0" indent="0">
              <a:lnSpc>
                <a:spcPct val="150000"/>
              </a:lnSpc>
              <a:spcBef>
                <a:spcPts val="0"/>
              </a:spcBef>
              <a:buSzPts val="5904"/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>
              <a:lnSpc>
                <a:spcPct val="150000"/>
              </a:lnSpc>
              <a:spcBef>
                <a:spcPts val="0"/>
              </a:spcBef>
              <a:buSzPts val="5904"/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en-US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Challenges:</a:t>
            </a:r>
          </a:p>
          <a:p>
            <a:pPr marL="685800" lvl="0" indent="-685800">
              <a:lnSpc>
                <a:spcPct val="150000"/>
              </a:lnSpc>
              <a:spcBef>
                <a:spcPts val="0"/>
              </a:spcBef>
              <a:buSzPts val="5904"/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Some PQC keys and signatures are larger than traditional ones.</a:t>
            </a:r>
          </a:p>
          <a:p>
            <a:pPr marL="0" lvl="0" indent="0">
              <a:lnSpc>
                <a:spcPct val="150000"/>
              </a:lnSpc>
              <a:spcBef>
                <a:spcPts val="0"/>
              </a:spcBef>
              <a:buSzPts val="5904"/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85800" lvl="0" indent="-685800">
              <a:lnSpc>
                <a:spcPct val="150000"/>
              </a:lnSpc>
              <a:spcBef>
                <a:spcPts val="0"/>
              </a:spcBef>
              <a:buSzPts val="5904"/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Migration requires testing, interoperability, performance analysis, and updated protocols.</a:t>
            </a:r>
          </a:p>
          <a:p>
            <a:pPr marL="0" lvl="0" indent="0">
              <a:lnSpc>
                <a:spcPct val="150000"/>
              </a:lnSpc>
              <a:spcBef>
                <a:spcPts val="0"/>
              </a:spcBef>
              <a:buSzPts val="5904"/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85800" lvl="0" indent="-685800">
              <a:lnSpc>
                <a:spcPct val="150000"/>
              </a:lnSpc>
              <a:spcBef>
                <a:spcPts val="0"/>
              </a:spcBef>
              <a:buSzPts val="5904"/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Organizations must manage cryptographic agility and long-term security planning.</a:t>
            </a:r>
          </a:p>
        </p:txBody>
      </p:sp>
      <p:sp>
        <p:nvSpPr>
          <p:cNvPr id="130" name="Google Shape;130;g36bc379c7b1_0_584"/>
          <p:cNvSpPr txBox="1">
            <a:spLocks noGrp="1"/>
          </p:cNvSpPr>
          <p:nvPr>
            <p:ph type="sldNum" idx="12"/>
          </p:nvPr>
        </p:nvSpPr>
        <p:spPr>
          <a:xfrm>
            <a:off x="12065050" y="13080999"/>
            <a:ext cx="241500" cy="37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b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6bc379c7b1_0_620"/>
          <p:cNvSpPr txBox="1">
            <a:spLocks noGrp="1"/>
          </p:cNvSpPr>
          <p:nvPr>
            <p:ph type="title"/>
          </p:nvPr>
        </p:nvSpPr>
        <p:spPr>
          <a:xfrm>
            <a:off x="2412900" y="1005358"/>
            <a:ext cx="21971100" cy="143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rm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0"/>
              <a:buFont typeface="Helvetica Neue"/>
              <a:buNone/>
            </a:pPr>
            <a:r>
              <a:rPr lang="en-US" dirty="0"/>
              <a:t>Applications of PQC:</a:t>
            </a:r>
            <a:endParaRPr dirty="0"/>
          </a:p>
        </p:txBody>
      </p:sp>
      <p:sp>
        <p:nvSpPr>
          <p:cNvPr id="172" name="Google Shape;172;g36bc379c7b1_0_620"/>
          <p:cNvSpPr txBox="1">
            <a:spLocks noGrp="1"/>
          </p:cNvSpPr>
          <p:nvPr>
            <p:ph type="sldNum" idx="12"/>
          </p:nvPr>
        </p:nvSpPr>
        <p:spPr>
          <a:xfrm>
            <a:off x="12001499" y="13080999"/>
            <a:ext cx="368400" cy="37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b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3F2B1C50-C267-4E49-B571-F74F18894078}"/>
              </a:ext>
            </a:extLst>
          </p:cNvPr>
          <p:cNvGraphicFramePr>
            <a:graphicFrameLocks noGrp="1"/>
          </p:cNvGraphicFramePr>
          <p:nvPr/>
        </p:nvGraphicFramePr>
        <p:xfrm>
          <a:off x="22860000" y="6043961"/>
          <a:ext cx="208280" cy="304800"/>
        </p:xfrm>
        <a:graphic>
          <a:graphicData uri="http://schemas.openxmlformats.org/drawingml/2006/table">
            <a:tbl>
              <a:tblPr/>
              <a:tblGrid>
                <a:gridCol w="208280">
                  <a:extLst>
                    <a:ext uri="{9D8B030D-6E8A-4147-A177-3AD203B41FA5}">
                      <a16:colId xmlns:a16="http://schemas.microsoft.com/office/drawing/2014/main" val="361766198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22729932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EB5098D6-A8E6-7B3C-F528-534D23F39744}"/>
              </a:ext>
            </a:extLst>
          </p:cNvPr>
          <p:cNvSpPr txBox="1"/>
          <p:nvPr/>
        </p:nvSpPr>
        <p:spPr>
          <a:xfrm>
            <a:off x="1558636" y="3325091"/>
            <a:ext cx="21301364" cy="88947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Wingdings" panose="05000000000000000000" pitchFamily="2" charset="2"/>
              <a:buChar char="Ø"/>
            </a:pPr>
            <a: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Banking and Financial Services </a:t>
            </a:r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Protects online banking, digital payments, and financial transactions from future quantum attacks</a:t>
            </a:r>
          </a:p>
          <a:p>
            <a:pPr marL="571500" indent="-571500">
              <a:buFont typeface="Wingdings" panose="05000000000000000000" pitchFamily="2" charset="2"/>
              <a:buChar char="Ø"/>
            </a:pPr>
            <a:endParaRPr lang="en-US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indent="-571500">
              <a:buFont typeface="Wingdings" panose="05000000000000000000" pitchFamily="2" charset="2"/>
              <a:buChar char="Ø"/>
            </a:pPr>
            <a: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Government and Defense </a:t>
            </a:r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Secures confidential government communications, classified information, and national security systems.</a:t>
            </a:r>
          </a:p>
          <a:p>
            <a:pPr marL="571500" indent="-571500">
              <a:buFont typeface="Wingdings" panose="05000000000000000000" pitchFamily="2" charset="2"/>
              <a:buChar char="Ø"/>
            </a:pPr>
            <a:endParaRPr lang="en-US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indent="-571500">
              <a:buFont typeface="Wingdings" panose="05000000000000000000" pitchFamily="2" charset="2"/>
              <a:buChar char="Ø"/>
            </a:pPr>
            <a: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 Comp</a:t>
            </a:r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uting – Protects sensitive data stored and transmitted through cloud platforms.</a:t>
            </a:r>
          </a:p>
          <a:p>
            <a:pPr marL="571500" indent="-571500">
              <a:buFont typeface="Wingdings" panose="05000000000000000000" pitchFamily="2" charset="2"/>
              <a:buChar char="Ø"/>
            </a:pPr>
            <a:endParaRPr lang="en-US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indent="-571500">
              <a:buFont typeface="Wingdings" panose="05000000000000000000" pitchFamily="2" charset="2"/>
              <a:buChar char="Ø"/>
            </a:pPr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Healthcare Systems </a:t>
            </a:r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Secures electronic health records and communication between hospitals and healthcare providers.</a:t>
            </a:r>
          </a:p>
          <a:p>
            <a:pPr marL="571500" indent="-571500">
              <a:buFont typeface="Wingdings" panose="05000000000000000000" pitchFamily="2" charset="2"/>
              <a:buChar char="Ø"/>
            </a:pPr>
            <a:endParaRPr lang="en-US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indent="-571500">
              <a:buFont typeface="Wingdings" panose="05000000000000000000" pitchFamily="2" charset="2"/>
              <a:buChar char="Ø"/>
            </a:pPr>
            <a: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Internet and Communication </a:t>
            </a:r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Provides quantum-resistant security for websites, emails, messaging apps, VPNs, and other digital communications.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6bc379c7b1_0_626"/>
          <p:cNvSpPr txBox="1">
            <a:spLocks noGrp="1"/>
          </p:cNvSpPr>
          <p:nvPr>
            <p:ph type="title"/>
          </p:nvPr>
        </p:nvSpPr>
        <p:spPr>
          <a:xfrm>
            <a:off x="1206500" y="1079500"/>
            <a:ext cx="21971100" cy="143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rm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0"/>
              <a:buFont typeface="Helvetica Neue"/>
              <a:buNone/>
            </a:pPr>
            <a:r>
              <a:rPr lang="en-US" sz="8500" b="1" i="0" u="none" strike="noStrike" cap="none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Conclusion:</a:t>
            </a:r>
            <a:endParaRPr dirty="0"/>
          </a:p>
        </p:txBody>
      </p:sp>
      <p:sp>
        <p:nvSpPr>
          <p:cNvPr id="178" name="Google Shape;178;g36bc379c7b1_0_626"/>
          <p:cNvSpPr txBox="1">
            <a:spLocks noGrp="1"/>
          </p:cNvSpPr>
          <p:nvPr>
            <p:ph type="body" idx="2"/>
          </p:nvPr>
        </p:nvSpPr>
        <p:spPr>
          <a:xfrm>
            <a:off x="1015949" y="3354885"/>
            <a:ext cx="21971100" cy="86570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rmAutofit fontScale="85000" lnSpcReduction="20000"/>
          </a:bodyPr>
          <a:lstStyle/>
          <a:p>
            <a:pPr marL="685800" lvl="0" indent="-685800" algn="just">
              <a:lnSpc>
                <a:spcPct val="150000"/>
              </a:lnSpc>
              <a:spcBef>
                <a:spcPts val="0"/>
              </a:spcBef>
              <a:buSzPts val="5904"/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Post-Quantum Cryptography (PQC) provides security against potential attacks from powerful quantum computers.</a:t>
            </a:r>
          </a:p>
          <a:p>
            <a:pPr marL="685800" lvl="0" indent="-685800" algn="just">
              <a:lnSpc>
                <a:spcPct val="150000"/>
              </a:lnSpc>
              <a:spcBef>
                <a:spcPts val="0"/>
              </a:spcBef>
              <a:buSzPts val="5904"/>
              <a:buFont typeface="Wingdings" panose="05000000000000000000" pitchFamily="2" charset="2"/>
              <a:buChar char="Ø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85800" lvl="0" indent="-685800" algn="just">
              <a:lnSpc>
                <a:spcPct val="150000"/>
              </a:lnSpc>
              <a:spcBef>
                <a:spcPts val="0"/>
              </a:spcBef>
              <a:buSzPts val="5904"/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addresses the limitations of traditional algorithms such as RSA and ECC, which may be vulnerable to quantum attacks.</a:t>
            </a:r>
          </a:p>
          <a:p>
            <a:pPr marL="685800" lvl="0" indent="-685800" algn="just">
              <a:lnSpc>
                <a:spcPct val="150000"/>
              </a:lnSpc>
              <a:spcBef>
                <a:spcPts val="0"/>
              </a:spcBef>
              <a:buSzPts val="5904"/>
              <a:buFont typeface="Wingdings" panose="05000000000000000000" pitchFamily="2" charset="2"/>
              <a:buChar char="Ø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85800" lvl="0" indent="-685800" algn="just">
              <a:lnSpc>
                <a:spcPct val="150000"/>
              </a:lnSpc>
              <a:spcBef>
                <a:spcPts val="0"/>
              </a:spcBef>
              <a:buSzPts val="5904"/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PQC helps protect sensitive data, digital communications, financial transactions, and government systems.</a:t>
            </a:r>
          </a:p>
          <a:p>
            <a:pPr marL="0" lvl="0" indent="0" algn="just">
              <a:lnSpc>
                <a:spcPct val="150000"/>
              </a:lnSpc>
              <a:spcBef>
                <a:spcPts val="0"/>
              </a:spcBef>
              <a:buSzPts val="5904"/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85800" lvl="0" indent="-685800" algn="just">
              <a:lnSpc>
                <a:spcPct val="150000"/>
              </a:lnSpc>
              <a:spcBef>
                <a:spcPts val="0"/>
              </a:spcBef>
              <a:buSzPts val="5904"/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PQC is an important step toward building a secure, reliable, and quantum-ready digital future.</a:t>
            </a:r>
            <a:endParaRPr b="0" i="0" u="none" strike="noStrike" cap="none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Helvetica Neue"/>
            </a:endParaRPr>
          </a:p>
        </p:txBody>
      </p:sp>
      <p:sp>
        <p:nvSpPr>
          <p:cNvPr id="179" name="Google Shape;179;g36bc379c7b1_0_626"/>
          <p:cNvSpPr txBox="1">
            <a:spLocks noGrp="1"/>
          </p:cNvSpPr>
          <p:nvPr>
            <p:ph type="sldNum" idx="12"/>
          </p:nvPr>
        </p:nvSpPr>
        <p:spPr>
          <a:xfrm>
            <a:off x="12001499" y="13080999"/>
            <a:ext cx="368400" cy="37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b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0093C23-026D-419D-AC4E-FF9425F360B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4363844" y="1650380"/>
            <a:ext cx="15656311" cy="104152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46645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53685B6-909D-7013-7847-3130E89DDB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4891" y="581891"/>
            <a:ext cx="19908982" cy="12573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3575270"/>
      </p:ext>
    </p:extLst>
  </p:cSld>
  <p:clrMapOvr>
    <a:masterClrMapping/>
  </p:clrMapOvr>
</p:sld>
</file>

<file path=ppt/theme/theme1.xml><?xml version="1.0" encoding="utf-8"?>
<a:theme xmlns:a="http://schemas.openxmlformats.org/drawingml/2006/main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1113</TotalTime>
  <Words>641</Words>
  <Application>Microsoft Office PowerPoint</Application>
  <PresentationFormat>Custom</PresentationFormat>
  <Paragraphs>76</Paragraphs>
  <Slides>10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Helvetica Neue</vt:lpstr>
      <vt:lpstr>Arial</vt:lpstr>
      <vt:lpstr>Wingdings</vt:lpstr>
      <vt:lpstr>Times New Roman</vt:lpstr>
      <vt:lpstr>21_BasicWhite</vt:lpstr>
      <vt:lpstr>Post-Quantum Cryptography</vt:lpstr>
      <vt:lpstr>Introduction</vt:lpstr>
      <vt:lpstr> PQC-Works</vt:lpstr>
      <vt:lpstr>Problem Statement</vt:lpstr>
      <vt:lpstr>System Architecture:</vt:lpstr>
      <vt:lpstr>ADVANTAGES AND CHALLENGES </vt:lpstr>
      <vt:lpstr>Applications of PQC:</vt:lpstr>
      <vt:lpstr>Conclusion: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Capstone Project Title</dc:title>
  <dc:creator>vignesh gandhi</dc:creator>
  <cp:lastModifiedBy>suvikumars040107@gmail.com</cp:lastModifiedBy>
  <cp:revision>26</cp:revision>
  <dcterms:modified xsi:type="dcterms:W3CDTF">2026-09-02T07:52:16Z</dcterms:modified>
</cp:coreProperties>
</file>